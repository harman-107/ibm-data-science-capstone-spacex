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2" r:id="rId4"/>
  </p:sldMasterIdLst>
  <p:notesMasterIdLst>
    <p:notesMasterId r:id="rId52"/>
  </p:notesMasterIdLst>
  <p:handoutMasterIdLst>
    <p:handoutMasterId r:id="rId53"/>
  </p:handoutMasterIdLst>
  <p:sldIdLst>
    <p:sldId id="327" r:id="rId5"/>
    <p:sldId id="330" r:id="rId6"/>
    <p:sldId id="331" r:id="rId7"/>
    <p:sldId id="332" r:id="rId8"/>
    <p:sldId id="298" r:id="rId9"/>
    <p:sldId id="262" r:id="rId10"/>
    <p:sldId id="263" r:id="rId11"/>
    <p:sldId id="299" r:id="rId12"/>
    <p:sldId id="302" r:id="rId13"/>
    <p:sldId id="264" r:id="rId14"/>
    <p:sldId id="266" r:id="rId15"/>
    <p:sldId id="265" r:id="rId16"/>
    <p:sldId id="276" r:id="rId17"/>
    <p:sldId id="303" r:id="rId18"/>
    <p:sldId id="293" r:id="rId19"/>
    <p:sldId id="277" r:id="rId20"/>
    <p:sldId id="284" r:id="rId21"/>
    <p:sldId id="269" r:id="rId22"/>
    <p:sldId id="304" r:id="rId23"/>
    <p:sldId id="305" r:id="rId24"/>
    <p:sldId id="307" r:id="rId25"/>
    <p:sldId id="306" r:id="rId26"/>
    <p:sldId id="308" r:id="rId27"/>
    <p:sldId id="270" r:id="rId28"/>
    <p:sldId id="309" r:id="rId29"/>
    <p:sldId id="310" r:id="rId30"/>
    <p:sldId id="311" r:id="rId31"/>
    <p:sldId id="312" r:id="rId32"/>
    <p:sldId id="314" r:id="rId33"/>
    <p:sldId id="313" r:id="rId34"/>
    <p:sldId id="315" r:id="rId35"/>
    <p:sldId id="316" r:id="rId36"/>
    <p:sldId id="317" r:id="rId37"/>
    <p:sldId id="294" r:id="rId38"/>
    <p:sldId id="296" r:id="rId39"/>
    <p:sldId id="318" r:id="rId40"/>
    <p:sldId id="319" r:id="rId41"/>
    <p:sldId id="321" r:id="rId42"/>
    <p:sldId id="322" r:id="rId43"/>
    <p:sldId id="323" r:id="rId44"/>
    <p:sldId id="324" r:id="rId45"/>
    <p:sldId id="288" r:id="rId46"/>
    <p:sldId id="289" r:id="rId47"/>
    <p:sldId id="320" r:id="rId48"/>
    <p:sldId id="274" r:id="rId49"/>
    <p:sldId id="275" r:id="rId50"/>
    <p:sldId id="329" r:id="rId51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Leon Katsnelson" initials="LK" lastIdx="21" clrIdx="4">
    <p:extLst>
      <p:ext uri="{19B8F6BF-5375-455C-9EA6-DF929625EA0E}">
        <p15:presenceInfo xmlns:p15="http://schemas.microsoft.com/office/powerpoint/2012/main" userId="S::leon@ca.ibm.com::68697268-d1ba-4c91-8538-7f4d439d4f70" providerId="AD"/>
      </p:ext>
    </p:extLst>
  </p:cmAuthor>
  <p:cmAuthor id="6" name="YAN LUO" initials="YL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8CB"/>
    <a:srgbClr val="0B49CB"/>
    <a:srgbClr val="F2F4F8"/>
    <a:srgbClr val="1C7DDB"/>
    <a:srgbClr val="121619"/>
    <a:srgbClr val="F2F2F2"/>
    <a:srgbClr val="145579"/>
    <a:srgbClr val="3A6483"/>
    <a:srgbClr val="204E79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C9EB8-3540-3DFA-9212-535EE18E0E11}" v="77" dt="2021-07-12T20:33:42.116"/>
    <p1510:client id="{10340FDF-B15C-4CFF-B487-146F9B98A252}" v="28" dt="2021-08-10T21:47:37.589"/>
    <p1510:client id="{3BA0D230-C853-4667-83F9-D85E65BD4B24}" v="2" dt="2021-08-19T16:32:24.566"/>
    <p1510:client id="{5A0AAAB8-49A6-F942-A54D-C6F3E5FF3A63}" v="89" dt="2021-07-13T17:54:45.232"/>
    <p1510:client id="{76DF6DB8-F2E5-6C48-9ABE-786D868B0110}" v="955" dt="2021-07-13T17:56:41.616"/>
    <p1510:client id="{7FB42E05-DEC9-4126-B474-47B35F363E13}" v="30" dt="2021-07-12T20:25:12.855"/>
    <p1510:client id="{82D0390A-222A-332D-F9F9-70D15093EB60}" v="22" dt="2021-07-13T17:51:30.429"/>
    <p1510:client id="{86B35720-4193-446F-B2D5-9AD9984A55EF}" v="513" dt="2021-08-19T14:59:06.521"/>
    <p1510:client id="{998F4E3E-1A76-4A6B-98B6-08752F3768B3}" v="4" dt="2021-08-10T21:41:11.021"/>
    <p1510:client id="{9F30A1D2-6717-426C-A658-3A50309723ED}" v="4" dt="2021-08-10T21:42:35.526"/>
    <p1510:client id="{B63C8988-E1D3-4A52-8229-FA8C5EBD2ECD}" v="357" dt="2021-08-19T14:01:44.876"/>
    <p1510:client id="{C083896D-BE66-E85C-897C-A6AD0DF65F8C}" v="2226" dt="2021-07-13T17:34:38.142"/>
    <p1510:client id="{CC69BAD0-B878-4D5F-9EDC-F1CFB63E14B5}" v="190" dt="2021-08-18T18:06:57.811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01"/>
    <p:restoredTop sz="85174"/>
  </p:normalViewPr>
  <p:slideViewPr>
    <p:cSldViewPr snapToGrid="0" snapToObjects="1">
      <p:cViewPr varScale="1">
        <p:scale>
          <a:sx n="117" d="100"/>
          <a:sy n="117" d="100"/>
        </p:scale>
        <p:origin x="184" y="4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notesMaster" Target="notesMasters/notesMaster1.xml"/><Relationship Id="rId53" Type="http://schemas.openxmlformats.org/officeDocument/2006/relationships/handoutMaster" Target="handoutMasters/handoutMaster1.xml"/><Relationship Id="rId54" Type="http://schemas.openxmlformats.org/officeDocument/2006/relationships/commentAuthors" Target="commentAuthors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Relationship Id="rId59" Type="http://schemas.microsoft.com/office/2016/11/relationships/changesInfo" Target="changesInfos/changesInfo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asgaraly@ibm.com" clId="Web-{CC69BAD0-B878-4D5F-9EDC-F1CFB63E14B5}"/>
    <pc:docChg chg="modSld">
      <pc:chgData name="annaasgaraly@ibm.com" userId="" providerId="" clId="Web-{CC69BAD0-B878-4D5F-9EDC-F1CFB63E14B5}" dt="2021-08-18T18:06:57.811" v="102"/>
      <pc:docMkLst>
        <pc:docMk/>
      </pc:docMkLst>
      <pc:sldChg chg="modSp mod setBg">
        <pc:chgData name="annaasgaraly@ibm.com" userId="" providerId="" clId="Web-{CC69BAD0-B878-4D5F-9EDC-F1CFB63E14B5}" dt="2021-08-18T18:06:06.057" v="76"/>
        <pc:sldMkLst>
          <pc:docMk/>
          <pc:sldMk cId="1553432724" sldId="262"/>
        </pc:sldMkLst>
        <pc:spChg chg="mod">
          <ac:chgData name="annaasgaraly@ibm.com" userId="" providerId="" clId="Web-{CC69BAD0-B878-4D5F-9EDC-F1CFB63E14B5}" dt="2021-08-18T18:01:46.694" v="21" actId="20577"/>
          <ac:spMkLst>
            <pc:docMk/>
            <pc:sldMk cId="1553432724" sldId="262"/>
            <ac:spMk id="7" creationId="{0BFEC426-B615-E549-83E5-140FD588BC64}"/>
          </ac:spMkLst>
        </pc:spChg>
        <pc:spChg chg="mod">
          <ac:chgData name="annaasgaraly@ibm.com" userId="" providerId="" clId="Web-{CC69BAD0-B878-4D5F-9EDC-F1CFB63E14B5}" dt="2021-08-18T18:01:43.726" v="19" actId="20577"/>
          <ac:spMkLst>
            <pc:docMk/>
            <pc:sldMk cId="1553432724" sldId="262"/>
            <ac:spMk id="13" creationId="{13C62649-0825-4926-8E2A-2EBCCFE00ECC}"/>
          </ac:spMkLst>
        </pc:spChg>
      </pc:sldChg>
      <pc:sldChg chg="modSp mod setBg">
        <pc:chgData name="annaasgaraly@ibm.com" userId="" providerId="" clId="Web-{CC69BAD0-B878-4D5F-9EDC-F1CFB63E14B5}" dt="2021-08-18T18:06:03.604" v="66"/>
        <pc:sldMkLst>
          <pc:docMk/>
          <pc:sldMk cId="3288665831" sldId="263"/>
        </pc:sldMkLst>
        <pc:spChg chg="mod">
          <ac:chgData name="annaasgaraly@ibm.com" userId="" providerId="" clId="Web-{CC69BAD0-B878-4D5F-9EDC-F1CFB63E14B5}" dt="2021-08-18T18:01:49.617" v="22" actId="20577"/>
          <ac:spMkLst>
            <pc:docMk/>
            <pc:sldMk cId="3288665831" sldId="263"/>
            <ac:spMk id="12" creationId="{D77AC1D2-8B41-4A7A-88CF-41E6B7D8C98D}"/>
          </ac:spMkLst>
        </pc:spChg>
      </pc:sldChg>
      <pc:sldChg chg="modSp mod setBg">
        <pc:chgData name="annaasgaraly@ibm.com" userId="" providerId="" clId="Web-{CC69BAD0-B878-4D5F-9EDC-F1CFB63E14B5}" dt="2021-08-18T18:06:04.338" v="69"/>
        <pc:sldMkLst>
          <pc:docMk/>
          <pc:sldMk cId="2987552906" sldId="264"/>
        </pc:sldMkLst>
        <pc:spChg chg="mod">
          <ac:chgData name="annaasgaraly@ibm.com" userId="" providerId="" clId="Web-{CC69BAD0-B878-4D5F-9EDC-F1CFB63E14B5}" dt="2021-08-18T18:02:01.914" v="25" actId="20577"/>
          <ac:spMkLst>
            <pc:docMk/>
            <pc:sldMk cId="2987552906" sldId="264"/>
            <ac:spMk id="8" creationId="{2A665A13-3129-46DF-B847-F273F3E96BE6}"/>
          </ac:spMkLst>
        </pc:spChg>
      </pc:sldChg>
      <pc:sldChg chg="modSp mod setBg">
        <pc:chgData name="annaasgaraly@ibm.com" userId="" providerId="" clId="Web-{CC69BAD0-B878-4D5F-9EDC-F1CFB63E14B5}" dt="2021-08-18T18:06:04.807" v="71"/>
        <pc:sldMkLst>
          <pc:docMk/>
          <pc:sldMk cId="1578726356" sldId="265"/>
        </pc:sldMkLst>
        <pc:spChg chg="mod">
          <ac:chgData name="annaasgaraly@ibm.com" userId="" providerId="" clId="Web-{CC69BAD0-B878-4D5F-9EDC-F1CFB63E14B5}" dt="2021-08-18T18:02:09.180" v="27" actId="20577"/>
          <ac:spMkLst>
            <pc:docMk/>
            <pc:sldMk cId="1578726356" sldId="265"/>
            <ac:spMk id="3" creationId="{32405FDA-CB27-4506-BA80-B7DD00CB25C5}"/>
          </ac:spMkLst>
        </pc:spChg>
      </pc:sldChg>
      <pc:sldChg chg="modSp mod setBg">
        <pc:chgData name="annaasgaraly@ibm.com" userId="" providerId="" clId="Web-{CC69BAD0-B878-4D5F-9EDC-F1CFB63E14B5}" dt="2021-08-18T18:06:04.573" v="70"/>
        <pc:sldMkLst>
          <pc:docMk/>
          <pc:sldMk cId="779971636" sldId="266"/>
        </pc:sldMkLst>
        <pc:spChg chg="mod">
          <ac:chgData name="annaasgaraly@ibm.com" userId="" providerId="" clId="Web-{CC69BAD0-B878-4D5F-9EDC-F1CFB63E14B5}" dt="2021-08-18T18:02:05.805" v="26" actId="20577"/>
          <ac:spMkLst>
            <pc:docMk/>
            <pc:sldMk cId="779971636" sldId="266"/>
            <ac:spMk id="3" creationId="{D9E97D81-A978-4758-8A93-47C19B104075}"/>
          </ac:spMkLst>
        </pc:spChg>
      </pc:sldChg>
      <pc:sldChg chg="modSp mod setBg">
        <pc:chgData name="annaasgaraly@ibm.com" userId="" providerId="" clId="Web-{CC69BAD0-B878-4D5F-9EDC-F1CFB63E14B5}" dt="2021-08-18T18:06:17.246" v="82"/>
        <pc:sldMkLst>
          <pc:docMk/>
          <pc:sldMk cId="3865605948" sldId="269"/>
        </pc:sldMkLst>
        <pc:spChg chg="mod">
          <ac:chgData name="annaasgaraly@ibm.com" userId="" providerId="" clId="Web-{CC69BAD0-B878-4D5F-9EDC-F1CFB63E14B5}" dt="2021-08-18T18:02:27.041" v="32" actId="20577"/>
          <ac:spMkLst>
            <pc:docMk/>
            <pc:sldMk cId="3865605948" sldId="269"/>
            <ac:spMk id="4" creationId="{54F4FCC5-6E7E-4FF0-BE45-680EEC392C9F}"/>
          </ac:spMkLst>
        </pc:spChg>
      </pc:sldChg>
      <pc:sldChg chg="modSp mod setBg">
        <pc:chgData name="annaasgaraly@ibm.com" userId="" providerId="" clId="Web-{CC69BAD0-B878-4D5F-9EDC-F1CFB63E14B5}" dt="2021-08-18T18:06:32.169" v="92"/>
        <pc:sldMkLst>
          <pc:docMk/>
          <pc:sldMk cId="2727850971" sldId="270"/>
        </pc:sldMkLst>
        <pc:spChg chg="mod">
          <ac:chgData name="annaasgaraly@ibm.com" userId="" providerId="" clId="Web-{CC69BAD0-B878-4D5F-9EDC-F1CFB63E14B5}" dt="2021-08-18T18:02:51.855" v="38" actId="20577"/>
          <ac:spMkLst>
            <pc:docMk/>
            <pc:sldMk cId="2727850971" sldId="270"/>
            <ac:spMk id="3" creationId="{86E60219-AE1B-47B6-9A1D-F2865D04BE52}"/>
          </ac:spMkLst>
        </pc:spChg>
      </pc:sldChg>
      <pc:sldChg chg="modSp mod setBg">
        <pc:chgData name="annaasgaraly@ibm.com" userId="" providerId="" clId="Web-{CC69BAD0-B878-4D5F-9EDC-F1CFB63E14B5}" dt="2021-08-18T18:06:57.358" v="100"/>
        <pc:sldMkLst>
          <pc:docMk/>
          <pc:sldMk cId="1630123617" sldId="274"/>
        </pc:sldMkLst>
        <pc:spChg chg="mod">
          <ac:chgData name="annaasgaraly@ibm.com" userId="" providerId="" clId="Web-{CC69BAD0-B878-4D5F-9EDC-F1CFB63E14B5}" dt="2021-08-18T18:04:11.221" v="58" actId="20577"/>
          <ac:spMkLst>
            <pc:docMk/>
            <pc:sldMk cId="1630123617" sldId="274"/>
            <ac:spMk id="9" creationId="{FB98079A-48C6-4E10-8AB1-B940BD1E42DF}"/>
          </ac:spMkLst>
        </pc:spChg>
      </pc:sldChg>
      <pc:sldChg chg="modSp mod setBg">
        <pc:chgData name="annaasgaraly@ibm.com" userId="" providerId="" clId="Web-{CC69BAD0-B878-4D5F-9EDC-F1CFB63E14B5}" dt="2021-08-18T18:06:57.592" v="101"/>
        <pc:sldMkLst>
          <pc:docMk/>
          <pc:sldMk cId="3410008520" sldId="275"/>
        </pc:sldMkLst>
        <pc:spChg chg="mod">
          <ac:chgData name="annaasgaraly@ibm.com" userId="" providerId="" clId="Web-{CC69BAD0-B878-4D5F-9EDC-F1CFB63E14B5}" dt="2021-08-18T18:04:14.549" v="59" actId="20577"/>
          <ac:spMkLst>
            <pc:docMk/>
            <pc:sldMk cId="3410008520" sldId="275"/>
            <ac:spMk id="11" creationId="{60F8A56C-5EE1-4DBF-842D-C2A130AA680E}"/>
          </ac:spMkLst>
        </pc:spChg>
      </pc:sldChg>
      <pc:sldChg chg="modSp mod setBg">
        <pc:chgData name="annaasgaraly@ibm.com" userId="" providerId="" clId="Web-{CC69BAD0-B878-4D5F-9EDC-F1CFB63E14B5}" dt="2021-08-18T18:06:05.057" v="72"/>
        <pc:sldMkLst>
          <pc:docMk/>
          <pc:sldMk cId="148114319" sldId="276"/>
        </pc:sldMkLst>
        <pc:spChg chg="mod">
          <ac:chgData name="annaasgaraly@ibm.com" userId="" providerId="" clId="Web-{CC69BAD0-B878-4D5F-9EDC-F1CFB63E14B5}" dt="2021-08-18T18:02:12.915" v="28" actId="20577"/>
          <ac:spMkLst>
            <pc:docMk/>
            <pc:sldMk cId="148114319" sldId="276"/>
            <ac:spMk id="3" creationId="{B28946E4-5BEF-46F0-A56A-E7E85ACA148F}"/>
          </ac:spMkLst>
        </pc:spChg>
      </pc:sldChg>
      <pc:sldChg chg="modSp mod setBg">
        <pc:chgData name="annaasgaraly@ibm.com" userId="" providerId="" clId="Web-{CC69BAD0-B878-4D5F-9EDC-F1CFB63E14B5}" dt="2021-08-18T18:06:05.792" v="75"/>
        <pc:sldMkLst>
          <pc:docMk/>
          <pc:sldMk cId="321008965" sldId="277"/>
        </pc:sldMkLst>
        <pc:spChg chg="mod">
          <ac:chgData name="annaasgaraly@ibm.com" userId="" providerId="" clId="Web-{CC69BAD0-B878-4D5F-9EDC-F1CFB63E14B5}" dt="2021-08-18T18:02:23.244" v="31" actId="20577"/>
          <ac:spMkLst>
            <pc:docMk/>
            <pc:sldMk cId="321008965" sldId="277"/>
            <ac:spMk id="7" creationId="{330F9542-6794-4F57-BB45-868D94AD06B0}"/>
          </ac:spMkLst>
        </pc:spChg>
      </pc:sldChg>
      <pc:sldChg chg="mod setBg">
        <pc:chgData name="annaasgaraly@ibm.com" userId="" providerId="" clId="Web-{CC69BAD0-B878-4D5F-9EDC-F1CFB63E14B5}" dt="2021-08-18T17:50:32.723" v="3"/>
        <pc:sldMkLst>
          <pc:docMk/>
          <pc:sldMk cId="3181088097" sldId="278"/>
        </pc:sldMkLst>
      </pc:sldChg>
      <pc:sldChg chg="mod setBg">
        <pc:chgData name="annaasgaraly@ibm.com" userId="" providerId="" clId="Web-{CC69BAD0-B878-4D5F-9EDC-F1CFB63E14B5}" dt="2021-08-18T17:50:22.097" v="2"/>
        <pc:sldMkLst>
          <pc:docMk/>
          <pc:sldMk cId="178270660" sldId="284"/>
        </pc:sldMkLst>
      </pc:sldChg>
      <pc:sldChg chg="mod setBg">
        <pc:chgData name="annaasgaraly@ibm.com" userId="" providerId="" clId="Web-{CC69BAD0-B878-4D5F-9EDC-F1CFB63E14B5}" dt="2021-08-18T17:51:05.491" v="6"/>
        <pc:sldMkLst>
          <pc:docMk/>
          <pc:sldMk cId="1290394134" sldId="288"/>
        </pc:sldMkLst>
      </pc:sldChg>
      <pc:sldChg chg="modSp mod setBg">
        <pc:chgData name="annaasgaraly@ibm.com" userId="" providerId="" clId="Web-{CC69BAD0-B878-4D5F-9EDC-F1CFB63E14B5}" dt="2021-08-18T18:06:57.811" v="102"/>
        <pc:sldMkLst>
          <pc:docMk/>
          <pc:sldMk cId="2459446073" sldId="289"/>
        </pc:sldMkLst>
        <pc:spChg chg="mod">
          <ac:chgData name="annaasgaraly@ibm.com" userId="" providerId="" clId="Web-{CC69BAD0-B878-4D5F-9EDC-F1CFB63E14B5}" dt="2021-08-18T18:04:04.486" v="56" actId="20577"/>
          <ac:spMkLst>
            <pc:docMk/>
            <pc:sldMk cId="2459446073" sldId="289"/>
            <ac:spMk id="9" creationId="{B68D8986-45AC-4FB5-96E8-C45F9603EB5E}"/>
          </ac:spMkLst>
        </pc:spChg>
      </pc:sldChg>
      <pc:sldChg chg="modSp mod setBg">
        <pc:chgData name="annaasgaraly@ibm.com" userId="" providerId="" clId="Web-{CC69BAD0-B878-4D5F-9EDC-F1CFB63E14B5}" dt="2021-08-18T18:06:05.542" v="74"/>
        <pc:sldMkLst>
          <pc:docMk/>
          <pc:sldMk cId="1813711241" sldId="293"/>
        </pc:sldMkLst>
        <pc:spChg chg="mod">
          <ac:chgData name="annaasgaraly@ibm.com" userId="" providerId="" clId="Web-{CC69BAD0-B878-4D5F-9EDC-F1CFB63E14B5}" dt="2021-08-18T18:02:20.025" v="30" actId="20577"/>
          <ac:spMkLst>
            <pc:docMk/>
            <pc:sldMk cId="1813711241" sldId="293"/>
            <ac:spMk id="3" creationId="{FC857EDD-A3A7-434D-B8D5-401E872498DA}"/>
          </ac:spMkLst>
        </pc:spChg>
      </pc:sldChg>
      <pc:sldChg chg="mod setBg">
        <pc:chgData name="annaasgaraly@ibm.com" userId="" providerId="" clId="Web-{CC69BAD0-B878-4D5F-9EDC-F1CFB63E14B5}" dt="2021-08-18T17:50:45.396" v="4"/>
        <pc:sldMkLst>
          <pc:docMk/>
          <pc:sldMk cId="1023352497" sldId="294"/>
        </pc:sldMkLst>
      </pc:sldChg>
      <pc:sldChg chg="modSp mod setBg">
        <pc:chgData name="annaasgaraly@ibm.com" userId="" providerId="" clId="Web-{CC69BAD0-B878-4D5F-9EDC-F1CFB63E14B5}" dt="2021-08-18T18:06:41.169" v="95"/>
        <pc:sldMkLst>
          <pc:docMk/>
          <pc:sldMk cId="981671777" sldId="296"/>
        </pc:sldMkLst>
        <pc:spChg chg="mod">
          <ac:chgData name="annaasgaraly@ibm.com" userId="" providerId="" clId="Web-{CC69BAD0-B878-4D5F-9EDC-F1CFB63E14B5}" dt="2021-08-18T18:03:39.203" v="50" actId="20577"/>
          <ac:spMkLst>
            <pc:docMk/>
            <pc:sldMk cId="981671777" sldId="296"/>
            <ac:spMk id="2" creationId="{54176327-8CC4-4356-8BBB-DC4965CE9857}"/>
          </ac:spMkLst>
        </pc:spChg>
      </pc:sldChg>
      <pc:sldChg chg="mod setBg">
        <pc:chgData name="annaasgaraly@ibm.com" userId="" providerId="" clId="Web-{CC69BAD0-B878-4D5F-9EDC-F1CFB63E14B5}" dt="2021-08-18T17:50:06.440" v="1"/>
        <pc:sldMkLst>
          <pc:docMk/>
          <pc:sldMk cId="3093198887" sldId="298"/>
        </pc:sldMkLst>
      </pc:sldChg>
      <pc:sldChg chg="modSp mod setBg">
        <pc:chgData name="annaasgaraly@ibm.com" userId="" providerId="" clId="Web-{CC69BAD0-B878-4D5F-9EDC-F1CFB63E14B5}" dt="2021-08-18T18:06:03.854" v="67"/>
        <pc:sldMkLst>
          <pc:docMk/>
          <pc:sldMk cId="280316088" sldId="299"/>
        </pc:sldMkLst>
        <pc:spChg chg="mod">
          <ac:chgData name="annaasgaraly@ibm.com" userId="" providerId="" clId="Web-{CC69BAD0-B878-4D5F-9EDC-F1CFB63E14B5}" dt="2021-08-18T18:01:53.336" v="23" actId="20577"/>
          <ac:spMkLst>
            <pc:docMk/>
            <pc:sldMk cId="280316088" sldId="299"/>
            <ac:spMk id="4" creationId="{5066AA34-20EE-4A59-B343-346A8DB5667C}"/>
          </ac:spMkLst>
        </pc:spChg>
      </pc:sldChg>
      <pc:sldChg chg="modSp mod setBg">
        <pc:chgData name="annaasgaraly@ibm.com" userId="" providerId="" clId="Web-{CC69BAD0-B878-4D5F-9EDC-F1CFB63E14B5}" dt="2021-08-18T18:06:04.104" v="68"/>
        <pc:sldMkLst>
          <pc:docMk/>
          <pc:sldMk cId="1385553969" sldId="302"/>
        </pc:sldMkLst>
        <pc:spChg chg="mod">
          <ac:chgData name="annaasgaraly@ibm.com" userId="" providerId="" clId="Web-{CC69BAD0-B878-4D5F-9EDC-F1CFB63E14B5}" dt="2021-08-18T18:01:58.227" v="24" actId="20577"/>
          <ac:spMkLst>
            <pc:docMk/>
            <pc:sldMk cId="1385553969" sldId="302"/>
            <ac:spMk id="11" creationId="{84F5ABFD-B4D4-43FF-959F-AFAF45B45269}"/>
          </ac:spMkLst>
        </pc:spChg>
      </pc:sldChg>
      <pc:sldChg chg="modSp mod setBg">
        <pc:chgData name="annaasgaraly@ibm.com" userId="" providerId="" clId="Web-{CC69BAD0-B878-4D5F-9EDC-F1CFB63E14B5}" dt="2021-08-18T18:06:05.307" v="73"/>
        <pc:sldMkLst>
          <pc:docMk/>
          <pc:sldMk cId="334532777" sldId="303"/>
        </pc:sldMkLst>
        <pc:spChg chg="mod">
          <ac:chgData name="annaasgaraly@ibm.com" userId="" providerId="" clId="Web-{CC69BAD0-B878-4D5F-9EDC-F1CFB63E14B5}" dt="2021-08-18T18:02:16.337" v="29" actId="20577"/>
          <ac:spMkLst>
            <pc:docMk/>
            <pc:sldMk cId="334532777" sldId="303"/>
            <ac:spMk id="3" creationId="{519FC08B-7D2E-43A5-A528-821DCDCCCC82}"/>
          </ac:spMkLst>
        </pc:spChg>
      </pc:sldChg>
      <pc:sldChg chg="modSp mod setBg">
        <pc:chgData name="annaasgaraly@ibm.com" userId="" providerId="" clId="Web-{CC69BAD0-B878-4D5F-9EDC-F1CFB63E14B5}" dt="2021-08-18T18:06:16.105" v="77"/>
        <pc:sldMkLst>
          <pc:docMk/>
          <pc:sldMk cId="3869789237" sldId="304"/>
        </pc:sldMkLst>
        <pc:spChg chg="mod">
          <ac:chgData name="annaasgaraly@ibm.com" userId="" providerId="" clId="Web-{CC69BAD0-B878-4D5F-9EDC-F1CFB63E14B5}" dt="2021-08-18T18:02:32.448" v="33" actId="20577"/>
          <ac:spMkLst>
            <pc:docMk/>
            <pc:sldMk cId="3869789237" sldId="304"/>
            <ac:spMk id="4" creationId="{B6CCD949-E788-4375-9B07-478FA5684BC1}"/>
          </ac:spMkLst>
        </pc:spChg>
      </pc:sldChg>
      <pc:sldChg chg="modSp mod setBg">
        <pc:chgData name="annaasgaraly@ibm.com" userId="" providerId="" clId="Web-{CC69BAD0-B878-4D5F-9EDC-F1CFB63E14B5}" dt="2021-08-18T18:06:16.339" v="78"/>
        <pc:sldMkLst>
          <pc:docMk/>
          <pc:sldMk cId="80090182" sldId="305"/>
        </pc:sldMkLst>
        <pc:spChg chg="mod">
          <ac:chgData name="annaasgaraly@ibm.com" userId="" providerId="" clId="Web-{CC69BAD0-B878-4D5F-9EDC-F1CFB63E14B5}" dt="2021-08-18T18:02:36.167" v="34" actId="20577"/>
          <ac:spMkLst>
            <pc:docMk/>
            <pc:sldMk cId="80090182" sldId="305"/>
            <ac:spMk id="4" creationId="{D4811A61-F7FB-4B19-9ED1-E0E2554A5BE8}"/>
          </ac:spMkLst>
        </pc:spChg>
      </pc:sldChg>
      <pc:sldChg chg="modSp mod setBg">
        <pc:chgData name="annaasgaraly@ibm.com" userId="" providerId="" clId="Web-{CC69BAD0-B878-4D5F-9EDC-F1CFB63E14B5}" dt="2021-08-18T18:06:16.792" v="80"/>
        <pc:sldMkLst>
          <pc:docMk/>
          <pc:sldMk cId="3145340593" sldId="306"/>
        </pc:sldMkLst>
        <pc:spChg chg="mod">
          <ac:chgData name="annaasgaraly@ibm.com" userId="" providerId="" clId="Web-{CC69BAD0-B878-4D5F-9EDC-F1CFB63E14B5}" dt="2021-08-18T18:02:44.230" v="36" actId="20577"/>
          <ac:spMkLst>
            <pc:docMk/>
            <pc:sldMk cId="3145340593" sldId="306"/>
            <ac:spMk id="4" creationId="{AFE7D9E4-306D-49E3-9AC4-15D566FC72AD}"/>
          </ac:spMkLst>
        </pc:spChg>
      </pc:sldChg>
      <pc:sldChg chg="modSp mod setBg">
        <pc:chgData name="annaasgaraly@ibm.com" userId="" providerId="" clId="Web-{CC69BAD0-B878-4D5F-9EDC-F1CFB63E14B5}" dt="2021-08-18T18:06:16.574" v="79"/>
        <pc:sldMkLst>
          <pc:docMk/>
          <pc:sldMk cId="1106727586" sldId="307"/>
        </pc:sldMkLst>
        <pc:spChg chg="mod">
          <ac:chgData name="annaasgaraly@ibm.com" userId="" providerId="" clId="Web-{CC69BAD0-B878-4D5F-9EDC-F1CFB63E14B5}" dt="2021-08-18T18:02:39.823" v="35" actId="20577"/>
          <ac:spMkLst>
            <pc:docMk/>
            <pc:sldMk cId="1106727586" sldId="307"/>
            <ac:spMk id="4" creationId="{021C109C-C017-4D19-928F-AED25AC30125}"/>
          </ac:spMkLst>
        </pc:spChg>
      </pc:sldChg>
      <pc:sldChg chg="modSp mod setBg">
        <pc:chgData name="annaasgaraly@ibm.com" userId="" providerId="" clId="Web-{CC69BAD0-B878-4D5F-9EDC-F1CFB63E14B5}" dt="2021-08-18T18:06:17.011" v="81"/>
        <pc:sldMkLst>
          <pc:docMk/>
          <pc:sldMk cId="706594483" sldId="308"/>
        </pc:sldMkLst>
        <pc:spChg chg="mod">
          <ac:chgData name="annaasgaraly@ibm.com" userId="" providerId="" clId="Web-{CC69BAD0-B878-4D5F-9EDC-F1CFB63E14B5}" dt="2021-08-18T18:02:47.433" v="37" actId="20577"/>
          <ac:spMkLst>
            <pc:docMk/>
            <pc:sldMk cId="706594483" sldId="308"/>
            <ac:spMk id="4" creationId="{6D35FD2D-1BD2-45D7-B015-1A96C241520B}"/>
          </ac:spMkLst>
        </pc:spChg>
      </pc:sldChg>
      <pc:sldChg chg="modSp mod setBg">
        <pc:chgData name="annaasgaraly@ibm.com" userId="" providerId="" clId="Web-{CC69BAD0-B878-4D5F-9EDC-F1CFB63E14B5}" dt="2021-08-18T18:06:30.090" v="83"/>
        <pc:sldMkLst>
          <pc:docMk/>
          <pc:sldMk cId="1794738657" sldId="309"/>
        </pc:sldMkLst>
        <pc:spChg chg="mod">
          <ac:chgData name="annaasgaraly@ibm.com" userId="" providerId="" clId="Web-{CC69BAD0-B878-4D5F-9EDC-F1CFB63E14B5}" dt="2021-08-18T18:03:04.872" v="39" actId="20577"/>
          <ac:spMkLst>
            <pc:docMk/>
            <pc:sldMk cId="1794738657" sldId="309"/>
            <ac:spMk id="3" creationId="{557C8CBA-1A0E-4CDF-A451-7AAA44D39839}"/>
          </ac:spMkLst>
        </pc:spChg>
      </pc:sldChg>
      <pc:sldChg chg="modSp mod setBg">
        <pc:chgData name="annaasgaraly@ibm.com" userId="" providerId="" clId="Web-{CC69BAD0-B878-4D5F-9EDC-F1CFB63E14B5}" dt="2021-08-18T18:06:30.309" v="84"/>
        <pc:sldMkLst>
          <pc:docMk/>
          <pc:sldMk cId="4010014743" sldId="310"/>
        </pc:sldMkLst>
        <pc:spChg chg="mod">
          <ac:chgData name="annaasgaraly@ibm.com" userId="" providerId="" clId="Web-{CC69BAD0-B878-4D5F-9EDC-F1CFB63E14B5}" dt="2021-08-18T18:03:08.919" v="40" actId="20577"/>
          <ac:spMkLst>
            <pc:docMk/>
            <pc:sldMk cId="4010014743" sldId="310"/>
            <ac:spMk id="3" creationId="{FD161C47-0660-416F-B4C2-25E4D35D69FD}"/>
          </ac:spMkLst>
        </pc:spChg>
      </pc:sldChg>
      <pc:sldChg chg="modSp mod setBg">
        <pc:chgData name="annaasgaraly@ibm.com" userId="" providerId="" clId="Web-{CC69BAD0-B878-4D5F-9EDC-F1CFB63E14B5}" dt="2021-08-18T18:06:30.528" v="85"/>
        <pc:sldMkLst>
          <pc:docMk/>
          <pc:sldMk cId="2735560525" sldId="311"/>
        </pc:sldMkLst>
        <pc:spChg chg="mod">
          <ac:chgData name="annaasgaraly@ibm.com" userId="" providerId="" clId="Web-{CC69BAD0-B878-4D5F-9EDC-F1CFB63E14B5}" dt="2021-08-18T18:03:12.388" v="41" actId="20577"/>
          <ac:spMkLst>
            <pc:docMk/>
            <pc:sldMk cId="2735560525" sldId="311"/>
            <ac:spMk id="3" creationId="{AFD52E17-48CB-4D60-BD56-71D197A29B38}"/>
          </ac:spMkLst>
        </pc:spChg>
      </pc:sldChg>
      <pc:sldChg chg="modSp mod setBg">
        <pc:chgData name="annaasgaraly@ibm.com" userId="" providerId="" clId="Web-{CC69BAD0-B878-4D5F-9EDC-F1CFB63E14B5}" dt="2021-08-18T18:06:30.762" v="86"/>
        <pc:sldMkLst>
          <pc:docMk/>
          <pc:sldMk cId="1434679925" sldId="312"/>
        </pc:sldMkLst>
        <pc:spChg chg="mod">
          <ac:chgData name="annaasgaraly@ibm.com" userId="" providerId="" clId="Web-{CC69BAD0-B878-4D5F-9EDC-F1CFB63E14B5}" dt="2021-08-18T18:03:16.498" v="43" actId="20577"/>
          <ac:spMkLst>
            <pc:docMk/>
            <pc:sldMk cId="1434679925" sldId="312"/>
            <ac:spMk id="3" creationId="{7F12CD3C-55B3-4129-817A-84D0B28F713E}"/>
          </ac:spMkLst>
        </pc:spChg>
      </pc:sldChg>
      <pc:sldChg chg="modSp mod setBg">
        <pc:chgData name="annaasgaraly@ibm.com" userId="" providerId="" clId="Web-{CC69BAD0-B878-4D5F-9EDC-F1CFB63E14B5}" dt="2021-08-18T18:06:31.231" v="88"/>
        <pc:sldMkLst>
          <pc:docMk/>
          <pc:sldMk cId="1756972646" sldId="313"/>
        </pc:sldMkLst>
        <pc:spChg chg="mod">
          <ac:chgData name="annaasgaraly@ibm.com" userId="" providerId="" clId="Web-{CC69BAD0-B878-4D5F-9EDC-F1CFB63E14B5}" dt="2021-08-18T18:03:25.624" v="45" actId="20577"/>
          <ac:spMkLst>
            <pc:docMk/>
            <pc:sldMk cId="1756972646" sldId="313"/>
            <ac:spMk id="3" creationId="{79B32320-42D4-49FA-8047-C080B444B3AE}"/>
          </ac:spMkLst>
        </pc:spChg>
      </pc:sldChg>
      <pc:sldChg chg="modSp mod setBg">
        <pc:chgData name="annaasgaraly@ibm.com" userId="" providerId="" clId="Web-{CC69BAD0-B878-4D5F-9EDC-F1CFB63E14B5}" dt="2021-08-18T18:06:30.997" v="87"/>
        <pc:sldMkLst>
          <pc:docMk/>
          <pc:sldMk cId="639399535" sldId="314"/>
        </pc:sldMkLst>
        <pc:spChg chg="mod">
          <ac:chgData name="annaasgaraly@ibm.com" userId="" providerId="" clId="Web-{CC69BAD0-B878-4D5F-9EDC-F1CFB63E14B5}" dt="2021-08-18T18:03:19.357" v="44" actId="20577"/>
          <ac:spMkLst>
            <pc:docMk/>
            <pc:sldMk cId="639399535" sldId="314"/>
            <ac:spMk id="8" creationId="{952C2E9C-C6BE-40BD-A406-CFB441363CBA}"/>
          </ac:spMkLst>
        </pc:spChg>
      </pc:sldChg>
      <pc:sldChg chg="modSp mod setBg">
        <pc:chgData name="annaasgaraly@ibm.com" userId="" providerId="" clId="Web-{CC69BAD0-B878-4D5F-9EDC-F1CFB63E14B5}" dt="2021-08-18T18:06:31.465" v="89"/>
        <pc:sldMkLst>
          <pc:docMk/>
          <pc:sldMk cId="3566646398" sldId="315"/>
        </pc:sldMkLst>
        <pc:spChg chg="mod">
          <ac:chgData name="annaasgaraly@ibm.com" userId="" providerId="" clId="Web-{CC69BAD0-B878-4D5F-9EDC-F1CFB63E14B5}" dt="2021-08-18T18:03:29.249" v="46" actId="20577"/>
          <ac:spMkLst>
            <pc:docMk/>
            <pc:sldMk cId="3566646398" sldId="315"/>
            <ac:spMk id="3" creationId="{2A7EB98F-A25F-4357-9775-478FC17F7F83}"/>
          </ac:spMkLst>
        </pc:spChg>
      </pc:sldChg>
      <pc:sldChg chg="modSp mod setBg">
        <pc:chgData name="annaasgaraly@ibm.com" userId="" providerId="" clId="Web-{CC69BAD0-B878-4D5F-9EDC-F1CFB63E14B5}" dt="2021-08-18T18:06:31.684" v="90"/>
        <pc:sldMkLst>
          <pc:docMk/>
          <pc:sldMk cId="1398439132" sldId="316"/>
        </pc:sldMkLst>
        <pc:spChg chg="mod">
          <ac:chgData name="annaasgaraly@ibm.com" userId="" providerId="" clId="Web-{CC69BAD0-B878-4D5F-9EDC-F1CFB63E14B5}" dt="2021-08-18T18:03:33.077" v="48" actId="20577"/>
          <ac:spMkLst>
            <pc:docMk/>
            <pc:sldMk cId="1398439132" sldId="316"/>
            <ac:spMk id="3" creationId="{964DA114-677C-40D8-8FFA-43531834CFBF}"/>
          </ac:spMkLst>
        </pc:spChg>
      </pc:sldChg>
      <pc:sldChg chg="modSp mod setBg">
        <pc:chgData name="annaasgaraly@ibm.com" userId="" providerId="" clId="Web-{CC69BAD0-B878-4D5F-9EDC-F1CFB63E14B5}" dt="2021-08-18T18:06:31.924" v="91"/>
        <pc:sldMkLst>
          <pc:docMk/>
          <pc:sldMk cId="3975168428" sldId="317"/>
        </pc:sldMkLst>
        <pc:spChg chg="mod">
          <ac:chgData name="annaasgaraly@ibm.com" userId="" providerId="" clId="Web-{CC69BAD0-B878-4D5F-9EDC-F1CFB63E14B5}" dt="2021-08-18T18:03:35.999" v="49" actId="20577"/>
          <ac:spMkLst>
            <pc:docMk/>
            <pc:sldMk cId="3975168428" sldId="317"/>
            <ac:spMk id="3" creationId="{04523243-E4D6-45EC-97C8-D44398FB7417}"/>
          </ac:spMkLst>
        </pc:spChg>
      </pc:sldChg>
      <pc:sldChg chg="modSp mod setBg">
        <pc:chgData name="annaasgaraly@ibm.com" userId="" providerId="" clId="Web-{CC69BAD0-B878-4D5F-9EDC-F1CFB63E14B5}" dt="2021-08-18T18:06:40.716" v="93"/>
        <pc:sldMkLst>
          <pc:docMk/>
          <pc:sldMk cId="239597884" sldId="318"/>
        </pc:sldMkLst>
        <pc:spChg chg="mod">
          <ac:chgData name="annaasgaraly@ibm.com" userId="" providerId="" clId="Web-{CC69BAD0-B878-4D5F-9EDC-F1CFB63E14B5}" dt="2021-08-18T18:03:41.906" v="51" actId="20577"/>
          <ac:spMkLst>
            <pc:docMk/>
            <pc:sldMk cId="239597884" sldId="318"/>
            <ac:spMk id="8" creationId="{2E0ECA32-E146-40DA-85CD-9677244BC3EC}"/>
          </ac:spMkLst>
        </pc:spChg>
      </pc:sldChg>
      <pc:sldChg chg="modSp mod setBg">
        <pc:chgData name="annaasgaraly@ibm.com" userId="" providerId="" clId="Web-{CC69BAD0-B878-4D5F-9EDC-F1CFB63E14B5}" dt="2021-08-18T18:06:40.950" v="94"/>
        <pc:sldMkLst>
          <pc:docMk/>
          <pc:sldMk cId="232499080" sldId="319"/>
        </pc:sldMkLst>
        <pc:spChg chg="mod">
          <ac:chgData name="annaasgaraly@ibm.com" userId="" providerId="" clId="Web-{CC69BAD0-B878-4D5F-9EDC-F1CFB63E14B5}" dt="2021-08-18T18:03:44.922" v="52" actId="20577"/>
          <ac:spMkLst>
            <pc:docMk/>
            <pc:sldMk cId="232499080" sldId="319"/>
            <ac:spMk id="8" creationId="{34C97452-C78A-4701-B8AB-ABFE63D5BEDE}"/>
          </ac:spMkLst>
        </pc:spChg>
      </pc:sldChg>
      <pc:sldChg chg="modSp mod setBg">
        <pc:chgData name="annaasgaraly@ibm.com" userId="" providerId="" clId="Web-{CC69BAD0-B878-4D5F-9EDC-F1CFB63E14B5}" dt="2021-08-18T18:06:57.123" v="99"/>
        <pc:sldMkLst>
          <pc:docMk/>
          <pc:sldMk cId="3645034231" sldId="320"/>
        </pc:sldMkLst>
        <pc:spChg chg="mod">
          <ac:chgData name="annaasgaraly@ibm.com" userId="" providerId="" clId="Web-{CC69BAD0-B878-4D5F-9EDC-F1CFB63E14B5}" dt="2021-08-18T18:04:07.830" v="57" actId="20577"/>
          <ac:spMkLst>
            <pc:docMk/>
            <pc:sldMk cId="3645034231" sldId="320"/>
            <ac:spMk id="9" creationId="{533106AC-60D7-46AE-8E64-7B84ABDBD099}"/>
          </ac:spMkLst>
        </pc:spChg>
      </pc:sldChg>
      <pc:sldChg chg="mod setBg">
        <pc:chgData name="annaasgaraly@ibm.com" userId="" providerId="" clId="Web-{CC69BAD0-B878-4D5F-9EDC-F1CFB63E14B5}" dt="2021-08-18T17:50:55.553" v="5"/>
        <pc:sldMkLst>
          <pc:docMk/>
          <pc:sldMk cId="733461713" sldId="321"/>
        </pc:sldMkLst>
      </pc:sldChg>
      <pc:sldChg chg="modSp mod setBg">
        <pc:chgData name="annaasgaraly@ibm.com" userId="" providerId="" clId="Web-{CC69BAD0-B878-4D5F-9EDC-F1CFB63E14B5}" dt="2021-08-18T18:06:49.263" v="98"/>
        <pc:sldMkLst>
          <pc:docMk/>
          <pc:sldMk cId="700132931" sldId="322"/>
        </pc:sldMkLst>
        <pc:spChg chg="mod">
          <ac:chgData name="annaasgaraly@ibm.com" userId="" providerId="" clId="Web-{CC69BAD0-B878-4D5F-9EDC-F1CFB63E14B5}" dt="2021-08-18T18:03:48.453" v="53" actId="20577"/>
          <ac:spMkLst>
            <pc:docMk/>
            <pc:sldMk cId="700132931" sldId="322"/>
            <ac:spMk id="8" creationId="{9456A072-47A6-4424-9ABE-F398119040DD}"/>
          </ac:spMkLst>
        </pc:spChg>
      </pc:sldChg>
      <pc:sldChg chg="modSp mod setBg">
        <pc:chgData name="annaasgaraly@ibm.com" userId="" providerId="" clId="Web-{CC69BAD0-B878-4D5F-9EDC-F1CFB63E14B5}" dt="2021-08-18T18:06:48.795" v="96"/>
        <pc:sldMkLst>
          <pc:docMk/>
          <pc:sldMk cId="1866160706" sldId="323"/>
        </pc:sldMkLst>
        <pc:spChg chg="mod">
          <ac:chgData name="annaasgaraly@ibm.com" userId="" providerId="" clId="Web-{CC69BAD0-B878-4D5F-9EDC-F1CFB63E14B5}" dt="2021-08-18T18:03:52.626" v="54" actId="20577"/>
          <ac:spMkLst>
            <pc:docMk/>
            <pc:sldMk cId="1866160706" sldId="323"/>
            <ac:spMk id="8" creationId="{4EF94599-779E-457E-B57B-6063EBF7A840}"/>
          </ac:spMkLst>
        </pc:spChg>
      </pc:sldChg>
      <pc:sldChg chg="modSp mod setBg">
        <pc:chgData name="annaasgaraly@ibm.com" userId="" providerId="" clId="Web-{CC69BAD0-B878-4D5F-9EDC-F1CFB63E14B5}" dt="2021-08-18T18:06:49.029" v="97"/>
        <pc:sldMkLst>
          <pc:docMk/>
          <pc:sldMk cId="252359608" sldId="324"/>
        </pc:sldMkLst>
        <pc:spChg chg="mod">
          <ac:chgData name="annaasgaraly@ibm.com" userId="" providerId="" clId="Web-{CC69BAD0-B878-4D5F-9EDC-F1CFB63E14B5}" dt="2021-08-18T18:03:58.220" v="55" actId="20577"/>
          <ac:spMkLst>
            <pc:docMk/>
            <pc:sldMk cId="252359608" sldId="324"/>
            <ac:spMk id="12" creationId="{4D271BF5-BAA1-4CEB-A575-76A097FABBBA}"/>
          </ac:spMkLst>
        </pc:spChg>
      </pc:sldChg>
      <pc:sldChg chg="addSp modSp">
        <pc:chgData name="annaasgaraly@ibm.com" userId="" providerId="" clId="Web-{CC69BAD0-B878-4D5F-9EDC-F1CFB63E14B5}" dt="2021-08-18T18:00:11.344" v="12" actId="14100"/>
        <pc:sldMkLst>
          <pc:docMk/>
          <pc:sldMk cId="1277611629" sldId="327"/>
        </pc:sldMkLst>
        <pc:picChg chg="add mod">
          <ac:chgData name="annaasgaraly@ibm.com" userId="" providerId="" clId="Web-{CC69BAD0-B878-4D5F-9EDC-F1CFB63E14B5}" dt="2021-08-18T18:00:11.344" v="12" actId="14100"/>
          <ac:picMkLst>
            <pc:docMk/>
            <pc:sldMk cId="1277611629" sldId="327"/>
            <ac:picMk id="2" creationId="{4F94DBE5-2DCC-401E-95AA-12E04A97FBA6}"/>
          </ac:picMkLst>
        </pc:picChg>
      </pc:sldChg>
      <pc:sldChg chg="mod setBg">
        <pc:chgData name="annaasgaraly@ibm.com" userId="" providerId="" clId="Web-{CC69BAD0-B878-4D5F-9EDC-F1CFB63E14B5}" dt="2021-08-18T17:51:14.820" v="7"/>
        <pc:sldMkLst>
          <pc:docMk/>
          <pc:sldMk cId="661040741" sldId="329"/>
        </pc:sldMkLst>
      </pc:sldChg>
      <pc:sldChg chg="modSp mod setBg">
        <pc:chgData name="annaasgaraly@ibm.com" userId="" providerId="" clId="Web-{CC69BAD0-B878-4D5F-9EDC-F1CFB63E14B5}" dt="2021-08-18T18:05:53.681" v="65"/>
        <pc:sldMkLst>
          <pc:docMk/>
          <pc:sldMk cId="724038033" sldId="330"/>
        </pc:sldMkLst>
        <pc:spChg chg="mod">
          <ac:chgData name="annaasgaraly@ibm.com" userId="" providerId="" clId="Web-{CC69BAD0-B878-4D5F-9EDC-F1CFB63E14B5}" dt="2021-08-18T18:01:02.207" v="16" actId="20577"/>
          <ac:spMkLst>
            <pc:docMk/>
            <pc:sldMk cId="724038033" sldId="330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463" v="64"/>
        <pc:sldMkLst>
          <pc:docMk/>
          <pc:sldMk cId="1980221439" sldId="331"/>
        </pc:sldMkLst>
        <pc:spChg chg="mod">
          <ac:chgData name="annaasgaraly@ibm.com" userId="" providerId="" clId="Web-{CC69BAD0-B878-4D5F-9EDC-F1CFB63E14B5}" dt="2021-08-18T18:01:34.631" v="17" actId="20577"/>
          <ac:spMkLst>
            <pc:docMk/>
            <pc:sldMk cId="1980221439" sldId="331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228" v="63"/>
        <pc:sldMkLst>
          <pc:docMk/>
          <pc:sldMk cId="2560061391" sldId="332"/>
        </pc:sldMkLst>
        <pc:spChg chg="mod">
          <ac:chgData name="annaasgaraly@ibm.com" userId="" providerId="" clId="Web-{CC69BAD0-B878-4D5F-9EDC-F1CFB63E14B5}" dt="2021-08-18T18:01:38.944" v="18" actId="20577"/>
          <ac:spMkLst>
            <pc:docMk/>
            <pc:sldMk cId="2560061391" sldId="332"/>
            <ac:spMk id="19" creationId="{6CA66F18-AF00-434A-AB3C-61097BEAE5FA}"/>
          </ac:spMkLst>
        </pc:spChg>
      </pc:sldChg>
    </pc:docChg>
  </pc:docChgLst>
  <pc:docChgLst>
    <pc:chgData name="Ada Celik" clId="Web-{998F4E3E-1A76-4A6B-98B6-08752F3768B3}"/>
    <pc:docChg chg="modSld">
      <pc:chgData name="Ada Celik" userId="" providerId="" clId="Web-{998F4E3E-1A76-4A6B-98B6-08752F3768B3}" dt="2021-08-10T21:41:11.021" v="1" actId="20577"/>
      <pc:docMkLst>
        <pc:docMk/>
      </pc:docMkLst>
      <pc:sldChg chg="modSp">
        <pc:chgData name="Ada Celik" userId="" providerId="" clId="Web-{998F4E3E-1A76-4A6B-98B6-08752F3768B3}" dt="2021-08-10T21:41:11.021" v="1" actId="20577"/>
        <pc:sldMkLst>
          <pc:docMk/>
          <pc:sldMk cId="1277611629" sldId="327"/>
        </pc:sldMkLst>
        <pc:spChg chg="mod">
          <ac:chgData name="Ada Celik" userId="" providerId="" clId="Web-{998F4E3E-1A76-4A6B-98B6-08752F3768B3}" dt="2021-08-10T21:41:11.021" v="1" actId="20577"/>
          <ac:spMkLst>
            <pc:docMk/>
            <pc:sldMk cId="1277611629" sldId="327"/>
            <ac:spMk id="6" creationId="{2C36AF9D-A911-994B-90EA-013D4CDA5604}"/>
          </ac:spMkLst>
        </pc:spChg>
      </pc:sldChg>
    </pc:docChg>
  </pc:docChgLst>
  <pc:docChgLst>
    <pc:chgData name="Ada Celik" clId="Web-{9F30A1D2-6717-426C-A658-3A50309723ED}"/>
    <pc:docChg chg="modSld">
      <pc:chgData name="Ada Celik" userId="" providerId="" clId="Web-{9F30A1D2-6717-426C-A658-3A50309723ED}" dt="2021-08-10T21:42:35.526" v="3"/>
      <pc:docMkLst>
        <pc:docMk/>
      </pc:docMkLst>
      <pc:sldChg chg="delSp">
        <pc:chgData name="Ada Celik" userId="" providerId="" clId="Web-{9F30A1D2-6717-426C-A658-3A50309723ED}" dt="2021-08-10T21:42:35.526" v="3"/>
        <pc:sldMkLst>
          <pc:docMk/>
          <pc:sldMk cId="661040741" sldId="329"/>
        </pc:sldMkLst>
        <pc:picChg chg="del">
          <ac:chgData name="Ada Celik" userId="" providerId="" clId="Web-{9F30A1D2-6717-426C-A658-3A50309723ED}" dt="2021-08-10T21:42:35.526" v="3"/>
          <ac:picMkLst>
            <pc:docMk/>
            <pc:sldMk cId="661040741" sldId="329"/>
            <ac:picMk id="8" creationId="{F88AB437-E43C-436D-B35E-51887C103800}"/>
          </ac:picMkLst>
        </pc:picChg>
        <pc:picChg chg="del">
          <ac:chgData name="Ada Celik" userId="" providerId="" clId="Web-{9F30A1D2-6717-426C-A658-3A50309723ED}" dt="2021-08-10T21:42:35.526" v="2"/>
          <ac:picMkLst>
            <pc:docMk/>
            <pc:sldMk cId="661040741" sldId="329"/>
            <ac:picMk id="9" creationId="{89FBF71A-DDF5-4BAA-B9B5-91B4675FF80E}"/>
          </ac:picMkLst>
        </pc:picChg>
        <pc:picChg chg="del">
          <ac:chgData name="Ada Celik" userId="" providerId="" clId="Web-{9F30A1D2-6717-426C-A658-3A50309723ED}" dt="2021-08-10T21:42:35.526" v="1"/>
          <ac:picMkLst>
            <pc:docMk/>
            <pc:sldMk cId="661040741" sldId="329"/>
            <ac:picMk id="10" creationId="{225AE237-9A47-4E0B-AE8A-DD0CED30B39D}"/>
          </ac:picMkLst>
        </pc:picChg>
        <pc:picChg chg="del">
          <ac:chgData name="Ada Celik" userId="" providerId="" clId="Web-{9F30A1D2-6717-426C-A658-3A50309723ED}" dt="2021-08-10T21:42:35.526" v="0"/>
          <ac:picMkLst>
            <pc:docMk/>
            <pc:sldMk cId="661040741" sldId="329"/>
            <ac:picMk id="11" creationId="{E1021DDF-7C74-4FD8-AE38-AFFCC057C8C2}"/>
          </ac:picMkLst>
        </pc:picChg>
      </pc:sldChg>
    </pc:docChg>
  </pc:docChgLst>
  <pc:docChgLst>
    <pc:chgData name="YAN LUO" clId="Web-{B63C8988-E1D3-4A52-8229-FA8C5EBD2ECD}"/>
    <pc:docChg chg="delSld modSld">
      <pc:chgData name="YAN LUO" userId="" providerId="" clId="Web-{B63C8988-E1D3-4A52-8229-FA8C5EBD2ECD}" dt="2021-08-19T14:01:44.876" v="206" actId="20577"/>
      <pc:docMkLst>
        <pc:docMk/>
      </pc:docMkLst>
      <pc:sldChg chg="modSp">
        <pc:chgData name="YAN LUO" userId="" providerId="" clId="Web-{B63C8988-E1D3-4A52-8229-FA8C5EBD2ECD}" dt="2021-08-19T13:47:23.458" v="93" actId="20577"/>
        <pc:sldMkLst>
          <pc:docMk/>
          <pc:sldMk cId="1578726356" sldId="265"/>
        </pc:sldMkLst>
        <pc:spChg chg="mod">
          <ac:chgData name="YAN LUO" userId="" providerId="" clId="Web-{B63C8988-E1D3-4A52-8229-FA8C5EBD2ECD}" dt="2021-08-19T13:47:23.458" v="93" actId="20577"/>
          <ac:spMkLst>
            <pc:docMk/>
            <pc:sldMk cId="1578726356" sldId="265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46:56.520" v="49" actId="20577"/>
        <pc:sldMkLst>
          <pc:docMk/>
          <pc:sldMk cId="779971636" sldId="266"/>
        </pc:sldMkLst>
        <pc:spChg chg="mod">
          <ac:chgData name="YAN LUO" userId="" providerId="" clId="Web-{B63C8988-E1D3-4A52-8229-FA8C5EBD2ECD}" dt="2021-08-19T13:46:56.520" v="49" actId="20577"/>
          <ac:spMkLst>
            <pc:docMk/>
            <pc:sldMk cId="779971636" sldId="266"/>
            <ac:spMk id="5" creationId="{1B07C49E-AFFC-EC46-8930-E4D428F5F943}"/>
          </ac:spMkLst>
        </pc:spChg>
      </pc:sldChg>
      <pc:sldChg chg="del">
        <pc:chgData name="YAN LUO" userId="" providerId="" clId="Web-{B63C8988-E1D3-4A52-8229-FA8C5EBD2ECD}" dt="2021-08-19T13:52:20.775" v="94"/>
        <pc:sldMkLst>
          <pc:docMk/>
          <pc:sldMk cId="3181088097" sldId="278"/>
        </pc:sldMkLst>
      </pc:sldChg>
      <pc:sldChg chg="addSp delSp modSp">
        <pc:chgData name="YAN LUO" userId="" providerId="" clId="Web-{B63C8988-E1D3-4A52-8229-FA8C5EBD2ECD}" dt="2021-08-19T13:45:42.691" v="30" actId="20577"/>
        <pc:sldMkLst>
          <pc:docMk/>
          <pc:sldMk cId="280316088" sldId="299"/>
        </pc:sldMkLst>
        <pc:spChg chg="add del mod ord">
          <ac:chgData name="YAN LUO" userId="" providerId="" clId="Web-{B63C8988-E1D3-4A52-8229-FA8C5EBD2ECD}" dt="2021-08-19T13:21:31.149" v="16"/>
          <ac:spMkLst>
            <pc:docMk/>
            <pc:sldMk cId="280316088" sldId="299"/>
            <ac:spMk id="2" creationId="{310FB1D8-F945-4835-A7ED-A9DCB8CE099D}"/>
          </ac:spMkLst>
        </pc:spChg>
        <pc:spChg chg="mod">
          <ac:chgData name="YAN LUO" userId="" providerId="" clId="Web-{B63C8988-E1D3-4A52-8229-FA8C5EBD2ECD}" dt="2021-08-19T13:45:42.691" v="30" actId="20577"/>
          <ac:spMkLst>
            <pc:docMk/>
            <pc:sldMk cId="280316088" sldId="299"/>
            <ac:spMk id="5" creationId="{1B07C49E-AFFC-EC46-8930-E4D428F5F943}"/>
          </ac:spMkLst>
        </pc:spChg>
      </pc:sldChg>
      <pc:sldChg chg="addSp delSp modSp">
        <pc:chgData name="YAN LUO" userId="" providerId="" clId="Web-{B63C8988-E1D3-4A52-8229-FA8C5EBD2ECD}" dt="2021-08-19T13:53:50.338" v="96" actId="20577"/>
        <pc:sldMkLst>
          <pc:docMk/>
          <pc:sldMk cId="1385553969" sldId="302"/>
        </pc:sldMkLst>
        <pc:spChg chg="add mod">
          <ac:chgData name="YAN LUO" userId="" providerId="" clId="Web-{B63C8988-E1D3-4A52-8229-FA8C5EBD2ECD}" dt="2021-08-19T13:53:50.338" v="96" actId="20577"/>
          <ac:spMkLst>
            <pc:docMk/>
            <pc:sldMk cId="1385553969" sldId="302"/>
            <ac:spMk id="2" creationId="{8B78C759-C687-440F-8CAE-D3071F1AB630}"/>
          </ac:spMkLst>
        </pc:spChg>
        <pc:spChg chg="mod">
          <ac:chgData name="YAN LUO" userId="" providerId="" clId="Web-{B63C8988-E1D3-4A52-8229-FA8C5EBD2ECD}" dt="2021-08-19T13:46:07.426" v="35" actId="20577"/>
          <ac:spMkLst>
            <pc:docMk/>
            <pc:sldMk cId="1385553969" sldId="302"/>
            <ac:spMk id="3" creationId="{AB0AB2AC-B7E6-6849-9AE9-697369407F8F}"/>
          </ac:spMkLst>
        </pc:spChg>
        <pc:spChg chg="add del">
          <ac:chgData name="YAN LUO" userId="" providerId="" clId="Web-{B63C8988-E1D3-4A52-8229-FA8C5EBD2ECD}" dt="2021-08-19T13:46:27.739" v="39"/>
          <ac:spMkLst>
            <pc:docMk/>
            <pc:sldMk cId="1385553969" sldId="302"/>
            <ac:spMk id="5" creationId="{B2BB333C-3C82-48BA-A090-59BE99C64735}"/>
          </ac:spMkLst>
        </pc:spChg>
        <pc:spChg chg="del">
          <ac:chgData name="YAN LUO" userId="" providerId="" clId="Web-{B63C8988-E1D3-4A52-8229-FA8C5EBD2ECD}" dt="2021-08-19T13:46:24.129" v="36"/>
          <ac:spMkLst>
            <pc:docMk/>
            <pc:sldMk cId="1385553969" sldId="302"/>
            <ac:spMk id="15" creationId="{302614DC-FBA1-44E3-9E89-23C80E7E6998}"/>
          </ac:spMkLst>
        </pc:spChg>
      </pc:sldChg>
      <pc:sldChg chg="modSp">
        <pc:chgData name="YAN LUO" userId="" providerId="" clId="Web-{B63C8988-E1D3-4A52-8229-FA8C5EBD2ECD}" dt="2021-08-19T13:55:45.293" v="141" actId="20577"/>
        <pc:sldMkLst>
          <pc:docMk/>
          <pc:sldMk cId="1434679925" sldId="312"/>
        </pc:sldMkLst>
        <pc:spChg chg="mod">
          <ac:chgData name="YAN LUO" userId="" providerId="" clId="Web-{B63C8988-E1D3-4A52-8229-FA8C5EBD2ECD}" dt="2021-08-19T13:55:45.293" v="141" actId="20577"/>
          <ac:spMkLst>
            <pc:docMk/>
            <pc:sldMk cId="1434679925" sldId="312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56:18.809" v="184" actId="20577"/>
        <pc:sldMkLst>
          <pc:docMk/>
          <pc:sldMk cId="639399535" sldId="314"/>
        </pc:sldMkLst>
        <pc:spChg chg="mod">
          <ac:chgData name="YAN LUO" userId="" providerId="" clId="Web-{B63C8988-E1D3-4A52-8229-FA8C5EBD2ECD}" dt="2021-08-19T13:56:18.809" v="184" actId="20577"/>
          <ac:spMkLst>
            <pc:docMk/>
            <pc:sldMk cId="639399535" sldId="314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4:01:44.876" v="206" actId="20577"/>
        <pc:sldMkLst>
          <pc:docMk/>
          <pc:sldMk cId="1398439132" sldId="316"/>
        </pc:sldMkLst>
        <pc:spChg chg="mod">
          <ac:chgData name="YAN LUO" userId="" providerId="" clId="Web-{B63C8988-E1D3-4A52-8229-FA8C5EBD2ECD}" dt="2021-08-19T14:01:44.876" v="206" actId="20577"/>
          <ac:spMkLst>
            <pc:docMk/>
            <pc:sldMk cId="1398439132" sldId="316"/>
            <ac:spMk id="5" creationId="{1B07C49E-AFFC-EC46-8930-E4D428F5F943}"/>
          </ac:spMkLst>
        </pc:spChg>
      </pc:sldChg>
    </pc:docChg>
  </pc:docChgLst>
  <pc:docChgLst>
    <pc:chgData name="annaasgaraly@ibm.com" clId="Web-{3BA0D230-C853-4667-83F9-D85E65BD4B24}"/>
    <pc:docChg chg="modSld">
      <pc:chgData name="annaasgaraly@ibm.com" userId="" providerId="" clId="Web-{3BA0D230-C853-4667-83F9-D85E65BD4B24}" dt="2021-08-19T16:32:24.566" v="1"/>
      <pc:docMkLst>
        <pc:docMk/>
      </pc:docMkLst>
      <pc:sldChg chg="mod setBg">
        <pc:chgData name="annaasgaraly@ibm.com" userId="" providerId="" clId="Web-{3BA0D230-C853-4667-83F9-D85E65BD4B24}" dt="2021-08-19T16:32:24.566" v="1"/>
        <pc:sldMkLst>
          <pc:docMk/>
          <pc:sldMk cId="178270660" sldId="284"/>
        </pc:sldMkLst>
      </pc:sldChg>
      <pc:sldChg chg="mod setBg">
        <pc:chgData name="annaasgaraly@ibm.com" userId="" providerId="" clId="Web-{3BA0D230-C853-4667-83F9-D85E65BD4B24}" dt="2021-08-19T16:32:07.268" v="0"/>
        <pc:sldMkLst>
          <pc:docMk/>
          <pc:sldMk cId="1023352497" sldId="294"/>
        </pc:sldMkLst>
      </pc:sldChg>
    </pc:docChg>
  </pc:docChgLst>
  <pc:docChgLst>
    <pc:chgData name="YAN LUO" clId="Web-{86B35720-4193-446F-B2D5-9AD9984A55EF}"/>
    <pc:docChg chg="modSld">
      <pc:chgData name="YAN LUO" userId="" providerId="" clId="Web-{86B35720-4193-446F-B2D5-9AD9984A55EF}" dt="2021-08-19T14:59:05.021" v="263" actId="20577"/>
      <pc:docMkLst>
        <pc:docMk/>
      </pc:docMkLst>
      <pc:sldChg chg="modSp">
        <pc:chgData name="YAN LUO" userId="" providerId="" clId="Web-{86B35720-4193-446F-B2D5-9AD9984A55EF}" dt="2021-08-19T14:59:05.021" v="263" actId="20577"/>
        <pc:sldMkLst>
          <pc:docMk/>
          <pc:sldMk cId="2459446073" sldId="289"/>
        </pc:sldMkLst>
        <pc:spChg chg="mod">
          <ac:chgData name="YAN LUO" userId="" providerId="" clId="Web-{86B35720-4193-446F-B2D5-9AD9984A55EF}" dt="2021-08-19T14:59:05.021" v="263" actId="20577"/>
          <ac:spMkLst>
            <pc:docMk/>
            <pc:sldMk cId="2459446073" sldId="289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37.479" v="115" actId="20577"/>
        <pc:sldMkLst>
          <pc:docMk/>
          <pc:sldMk cId="981671777" sldId="296"/>
        </pc:sldMkLst>
        <pc:spChg chg="mod">
          <ac:chgData name="YAN LUO" userId="" providerId="" clId="Web-{86B35720-4193-446F-B2D5-9AD9984A55EF}" dt="2021-08-19T14:15:37.479" v="115" actId="20577"/>
          <ac:spMkLst>
            <pc:docMk/>
            <pc:sldMk cId="981671777" sldId="296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07:37.968" v="1" actId="20577"/>
        <pc:sldMkLst>
          <pc:docMk/>
          <pc:sldMk cId="1398439132" sldId="316"/>
        </pc:sldMkLst>
        <pc:spChg chg="mod">
          <ac:chgData name="YAN LUO" userId="" providerId="" clId="Web-{86B35720-4193-446F-B2D5-9AD9984A55EF}" dt="2021-08-19T14:07:37.968" v="1" actId="20577"/>
          <ac:spMkLst>
            <pc:docMk/>
            <pc:sldMk cId="1398439132" sldId="316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2:24.459" v="39" actId="20577"/>
        <pc:sldMkLst>
          <pc:docMk/>
          <pc:sldMk cId="3975168428" sldId="317"/>
        </pc:sldMkLst>
        <pc:spChg chg="mod">
          <ac:chgData name="YAN LUO" userId="" providerId="" clId="Web-{86B35720-4193-446F-B2D5-9AD9984A55EF}" dt="2021-08-19T14:10:01.737" v="18" actId="20577"/>
          <ac:spMkLst>
            <pc:docMk/>
            <pc:sldMk cId="3975168428" sldId="317"/>
            <ac:spMk id="3" creationId="{04523243-E4D6-45EC-97C8-D44398FB7417}"/>
          </ac:spMkLst>
        </pc:spChg>
        <pc:spChg chg="mod">
          <ac:chgData name="YAN LUO" userId="" providerId="" clId="Web-{86B35720-4193-446F-B2D5-9AD9984A55EF}" dt="2021-08-19T14:12:24.459" v="39" actId="20577"/>
          <ac:spMkLst>
            <pc:docMk/>
            <pc:sldMk cId="3975168428" sldId="317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56.635" v="140" actId="20577"/>
        <pc:sldMkLst>
          <pc:docMk/>
          <pc:sldMk cId="239597884" sldId="318"/>
        </pc:sldMkLst>
        <pc:spChg chg="mod">
          <ac:chgData name="YAN LUO" userId="" providerId="" clId="Web-{86B35720-4193-446F-B2D5-9AD9984A55EF}" dt="2021-08-19T14:15:56.635" v="140" actId="20577"/>
          <ac:spMkLst>
            <pc:docMk/>
            <pc:sldMk cId="239597884" sldId="318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6:10.167" v="168" actId="20577"/>
        <pc:sldMkLst>
          <pc:docMk/>
          <pc:sldMk cId="232499080" sldId="319"/>
        </pc:sldMkLst>
        <pc:spChg chg="mod">
          <ac:chgData name="YAN LUO" userId="" providerId="" clId="Web-{86B35720-4193-446F-B2D5-9AD9984A55EF}" dt="2021-08-19T14:16:10.167" v="168" actId="20577"/>
          <ac:spMkLst>
            <pc:docMk/>
            <pc:sldMk cId="232499080" sldId="319"/>
            <ac:spMk id="5" creationId="{85D9F803-CDBC-C74C-AF1B-2B5937D1C241}"/>
          </ac:spMkLst>
        </pc:spChg>
      </pc:sldChg>
      <pc:sldChg chg="modSp addCm">
        <pc:chgData name="YAN LUO" userId="" providerId="" clId="Web-{86B35720-4193-446F-B2D5-9AD9984A55EF}" dt="2021-08-19T14:58:05.144" v="175"/>
        <pc:sldMkLst>
          <pc:docMk/>
          <pc:sldMk cId="700132931" sldId="322"/>
        </pc:sldMkLst>
        <pc:spChg chg="mod">
          <ac:chgData name="YAN LUO" userId="" providerId="" clId="Web-{86B35720-4193-446F-B2D5-9AD9984A55EF}" dt="2021-08-19T14:17:04.699" v="171" actId="20577"/>
          <ac:spMkLst>
            <pc:docMk/>
            <pc:sldMk cId="700132931" sldId="322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7:12.528" v="174" actId="20577"/>
        <pc:sldMkLst>
          <pc:docMk/>
          <pc:sldMk cId="1866160706" sldId="323"/>
        </pc:sldMkLst>
        <pc:spChg chg="mod">
          <ac:chgData name="YAN LUO" userId="" providerId="" clId="Web-{86B35720-4193-446F-B2D5-9AD9984A55EF}" dt="2021-08-19T14:17:12.528" v="174" actId="20577"/>
          <ac:spMkLst>
            <pc:docMk/>
            <pc:sldMk cId="1866160706" sldId="323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58:49.817" v="250" actId="20577"/>
        <pc:sldMkLst>
          <pc:docMk/>
          <pc:sldMk cId="252359608" sldId="324"/>
        </pc:sldMkLst>
        <pc:spChg chg="mod">
          <ac:chgData name="YAN LUO" userId="" providerId="" clId="Web-{86B35720-4193-446F-B2D5-9AD9984A55EF}" dt="2021-08-19T14:58:49.817" v="250" actId="20577"/>
          <ac:spMkLst>
            <pc:docMk/>
            <pc:sldMk cId="252359608" sldId="324"/>
            <ac:spMk id="5" creationId="{85D9F803-CDBC-C74C-AF1B-2B5937D1C241}"/>
          </ac:spMkLst>
        </pc:spChg>
      </pc:sldChg>
    </pc:docChg>
  </pc:docChgLst>
  <pc:docChgLst>
    <pc:chgData name="annaasgaraly@ibm.com" clId="Web-{10340FDF-B15C-4CFF-B487-146F9B98A252}"/>
    <pc:docChg chg="modSld">
      <pc:chgData name="annaasgaraly@ibm.com" userId="" providerId="" clId="Web-{10340FDF-B15C-4CFF-B487-146F9B98A252}" dt="2021-08-10T21:47:37.589" v="27"/>
      <pc:docMkLst>
        <pc:docMk/>
      </pc:docMkLst>
      <pc:sldChg chg="mod setBg">
        <pc:chgData name="annaasgaraly@ibm.com" userId="" providerId="" clId="Web-{10340FDF-B15C-4CFF-B487-146F9B98A252}" dt="2021-08-10T21:45:57.511" v="22"/>
        <pc:sldMkLst>
          <pc:docMk/>
          <pc:sldMk cId="3181088097" sldId="278"/>
        </pc:sldMkLst>
      </pc:sldChg>
      <pc:sldChg chg="mod setBg">
        <pc:chgData name="annaasgaraly@ibm.com" userId="" providerId="" clId="Web-{10340FDF-B15C-4CFF-B487-146F9B98A252}" dt="2021-08-10T21:39:24.478" v="2"/>
        <pc:sldMkLst>
          <pc:docMk/>
          <pc:sldMk cId="178270660" sldId="284"/>
        </pc:sldMkLst>
      </pc:sldChg>
      <pc:sldChg chg="mod setBg">
        <pc:chgData name="annaasgaraly@ibm.com" userId="" providerId="" clId="Web-{10340FDF-B15C-4CFF-B487-146F9B98A252}" dt="2021-08-10T21:46:27.417" v="25"/>
        <pc:sldMkLst>
          <pc:docMk/>
          <pc:sldMk cId="1290394134" sldId="288"/>
        </pc:sldMkLst>
      </pc:sldChg>
      <pc:sldChg chg="mod setBg">
        <pc:chgData name="annaasgaraly@ibm.com" userId="" providerId="" clId="Web-{10340FDF-B15C-4CFF-B487-146F9B98A252}" dt="2021-08-10T21:46:06.604" v="23"/>
        <pc:sldMkLst>
          <pc:docMk/>
          <pc:sldMk cId="1023352497" sldId="294"/>
        </pc:sldMkLst>
      </pc:sldChg>
      <pc:sldChg chg="mod setBg">
        <pc:chgData name="annaasgaraly@ibm.com" userId="" providerId="" clId="Web-{10340FDF-B15C-4CFF-B487-146F9B98A252}" dt="2021-08-10T21:47:37.589" v="27"/>
        <pc:sldMkLst>
          <pc:docMk/>
          <pc:sldMk cId="3093198887" sldId="298"/>
        </pc:sldMkLst>
      </pc:sldChg>
      <pc:sldChg chg="mod setBg">
        <pc:chgData name="annaasgaraly@ibm.com" userId="" providerId="" clId="Web-{10340FDF-B15C-4CFF-B487-146F9B98A252}" dt="2021-08-10T21:46:43.870" v="26"/>
        <pc:sldMkLst>
          <pc:docMk/>
          <pc:sldMk cId="733461713" sldId="321"/>
        </pc:sldMkLst>
      </pc:sldChg>
      <pc:sldChg chg="modSp mod setBg">
        <pc:chgData name="annaasgaraly@ibm.com" userId="" providerId="" clId="Web-{10340FDF-B15C-4CFF-B487-146F9B98A252}" dt="2021-08-10T21:42:44.994" v="17" actId="1076"/>
        <pc:sldMkLst>
          <pc:docMk/>
          <pc:sldMk cId="1277611629" sldId="327"/>
        </pc:sldMkLst>
        <pc:spChg chg="mod">
          <ac:chgData name="annaasgaraly@ibm.com" userId="" providerId="" clId="Web-{10340FDF-B15C-4CFF-B487-146F9B98A252}" dt="2021-08-10T21:42:44.994" v="17" actId="1076"/>
          <ac:spMkLst>
            <pc:docMk/>
            <pc:sldMk cId="1277611629" sldId="327"/>
            <ac:spMk id="6" creationId="{2C36AF9D-A911-994B-90EA-013D4CDA5604}"/>
          </ac:spMkLst>
        </pc:spChg>
      </pc:sldChg>
      <pc:sldChg chg="modSp mod setBg">
        <pc:chgData name="annaasgaraly@ibm.com" userId="" providerId="" clId="Web-{10340FDF-B15C-4CFF-B487-146F9B98A252}" dt="2021-08-10T21:41:36.353" v="12" actId="1076"/>
        <pc:sldMkLst>
          <pc:docMk/>
          <pc:sldMk cId="661040741" sldId="329"/>
        </pc:sldMkLst>
        <pc:picChg chg="mod">
          <ac:chgData name="annaasgaraly@ibm.com" userId="" providerId="" clId="Web-{10340FDF-B15C-4CFF-B487-146F9B98A252}" dt="2021-08-10T21:41:36.338" v="9" actId="1076"/>
          <ac:picMkLst>
            <pc:docMk/>
            <pc:sldMk cId="661040741" sldId="329"/>
            <ac:picMk id="8" creationId="{F88AB437-E43C-436D-B35E-51887C103800}"/>
          </ac:picMkLst>
        </pc:picChg>
        <pc:picChg chg="mod">
          <ac:chgData name="annaasgaraly@ibm.com" userId="" providerId="" clId="Web-{10340FDF-B15C-4CFF-B487-146F9B98A252}" dt="2021-08-10T21:41:36.338" v="10" actId="1076"/>
          <ac:picMkLst>
            <pc:docMk/>
            <pc:sldMk cId="661040741" sldId="329"/>
            <ac:picMk id="9" creationId="{89FBF71A-DDF5-4BAA-B9B5-91B4675FF80E}"/>
          </ac:picMkLst>
        </pc:picChg>
        <pc:picChg chg="mod">
          <ac:chgData name="annaasgaraly@ibm.com" userId="" providerId="" clId="Web-{10340FDF-B15C-4CFF-B487-146F9B98A252}" dt="2021-08-10T21:41:36.338" v="11" actId="1076"/>
          <ac:picMkLst>
            <pc:docMk/>
            <pc:sldMk cId="661040741" sldId="329"/>
            <ac:picMk id="10" creationId="{225AE237-9A47-4E0B-AE8A-DD0CED30B39D}"/>
          </ac:picMkLst>
        </pc:picChg>
        <pc:picChg chg="mod">
          <ac:chgData name="annaasgaraly@ibm.com" userId="" providerId="" clId="Web-{10340FDF-B15C-4CFF-B487-146F9B98A252}" dt="2021-08-10T21:41:36.353" v="12" actId="1076"/>
          <ac:picMkLst>
            <pc:docMk/>
            <pc:sldMk cId="661040741" sldId="329"/>
            <ac:picMk id="11" creationId="{E1021DDF-7C74-4FD8-AE38-AFFCC057C8C2}"/>
          </ac:picMkLst>
        </pc:picChg>
      </pc:sldChg>
      <pc:sldChg chg="delSp">
        <pc:chgData name="annaasgaraly@ibm.com" userId="" providerId="" clId="Web-{10340FDF-B15C-4CFF-B487-146F9B98A252}" dt="2021-08-10T21:41:45.322" v="13"/>
        <pc:sldMkLst>
          <pc:docMk/>
          <pc:sldMk cId="724038033" sldId="330"/>
        </pc:sldMkLst>
        <pc:picChg chg="del">
          <ac:chgData name="annaasgaraly@ibm.com" userId="" providerId="" clId="Web-{10340FDF-B15C-4CFF-B487-146F9B98A252}" dt="2021-08-10T21:41:45.322" v="13"/>
          <ac:picMkLst>
            <pc:docMk/>
            <pc:sldMk cId="724038033" sldId="330"/>
            <ac:picMk id="5" creationId="{CB1F49FF-991F-486B-915B-B77CF4EFA4FC}"/>
          </ac:picMkLst>
        </pc:picChg>
      </pc:sldChg>
      <pc:sldChg chg="delSp">
        <pc:chgData name="annaasgaraly@ibm.com" userId="" providerId="" clId="Web-{10340FDF-B15C-4CFF-B487-146F9B98A252}" dt="2021-08-10T21:41:47.681" v="14"/>
        <pc:sldMkLst>
          <pc:docMk/>
          <pc:sldMk cId="1980221439" sldId="331"/>
        </pc:sldMkLst>
        <pc:picChg chg="del">
          <ac:chgData name="annaasgaraly@ibm.com" userId="" providerId="" clId="Web-{10340FDF-B15C-4CFF-B487-146F9B98A252}" dt="2021-08-10T21:41:47.681" v="14"/>
          <ac:picMkLst>
            <pc:docMk/>
            <pc:sldMk cId="1980221439" sldId="331"/>
            <ac:picMk id="2" creationId="{8A66F7ED-A8F1-451C-8775-2EC870DFBB7B}"/>
          </ac:picMkLst>
        </pc:picChg>
      </pc:sldChg>
      <pc:sldChg chg="delSp">
        <pc:chgData name="annaasgaraly@ibm.com" userId="" providerId="" clId="Web-{10340FDF-B15C-4CFF-B487-146F9B98A252}" dt="2021-08-10T21:41:49.431" v="15"/>
        <pc:sldMkLst>
          <pc:docMk/>
          <pc:sldMk cId="2560061391" sldId="332"/>
        </pc:sldMkLst>
        <pc:picChg chg="del">
          <ac:chgData name="annaasgaraly@ibm.com" userId="" providerId="" clId="Web-{10340FDF-B15C-4CFF-B487-146F9B98A252}" dt="2021-08-10T21:41:49.431" v="15"/>
          <ac:picMkLst>
            <pc:docMk/>
            <pc:sldMk cId="2560061391" sldId="332"/>
            <ac:picMk id="3" creationId="{5183A175-625A-4E5B-9091-5DB0C0491680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167474-952B-AC43-BEC3-541C80E3FD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6DC1C6-1287-2C4A-84C8-98EFD82F9A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1DFE-DEC1-F84C-B64B-0BC4AFB87332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322D0-710C-764D-ADE9-C566FF3B05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2AE0-FDA0-1248-8D07-A5244E897E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1E733-BECA-E944-9B7F-321864631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15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315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75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66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033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DF747-B622-7F48-9215-C3A606BD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2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E525-4063-4C4F-8334-FBA02DB69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4EC97-9D34-BE48-9367-02F3BA148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B8E19-FEF2-7A4B-8575-5AFEB134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A4E28-3138-784C-8CBB-8586D8EE0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7D0F-3645-6B43-9AD7-76219957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3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3CE8-FC8A-B648-971E-6DC96997A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34958-58AE-3F4E-8C00-440B25A93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72462-6007-A64A-86E6-F5ED46C8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379FD-EE00-8243-9FA5-BC4C116F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2C754-6A4A-424A-B972-C341147C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5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8FC9-14F0-064F-BEB7-9DA0B5822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65333-3885-5246-9997-584B94433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3D495-0AB7-4245-BD03-FEF725EE8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3532B-22A8-4948-8614-690AB67F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5A5D6-868E-4849-A5DA-84702CED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82E35-43FC-E946-AA84-7E00546A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4121-1457-7D45-BFFD-BECD6649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09A76-C125-0945-BCD8-FF2A0498A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42CC-BC3F-664E-A6C2-3854B8D4E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A8D54-9ED9-E345-B69E-FF5D485B1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B295F-F3C2-5646-A5F3-194FE6EFE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16157-5FC9-E841-A6FC-14EBCFDE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4E072-D5B7-D647-82C0-40BEAE85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73D6E-2A82-7344-BB8C-513E6DA4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0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B4CE-9E7B-564C-A6C3-DCABF996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F8A31D-92A5-DF47-9C3A-9F9C1CF8F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7EADA-8BC4-974C-BBA1-7390F15FD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EC0A8-C281-FF40-A774-EAF6089B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8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27EBC-C9EC-5844-B3BF-5151B2F7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664BF-C7CE-DC46-9D6D-A9335EE9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AAD4E-B732-E349-8793-C20A3D6B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2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A651-FEEA-2140-82D8-9C06A36F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DAEA-C881-354D-A17E-2A95857F0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148C2-62EB-B446-BB7C-69F5E4806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4D069-D155-9141-9045-DB419047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EE34C-EABB-6848-A341-7CA0C293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04AAD-C125-DD44-8102-9F288208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5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611A-FFDF-C848-A433-C5B125C40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C0E97-AC3D-784B-96B7-0D18B5A35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37986-0214-C348-AB5F-D54BF2881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860A9-8610-9347-BAE7-F23CCA13E5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49D7C-BCAA-DE44-AE89-5178DA8D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319C3-A65D-764B-BD49-57D0082AE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1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D383-EB92-5540-96BB-199B7760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FED7B-4DA5-4346-B7E2-D18782430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B5F2C-52A9-3047-A473-9FFC0515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041C9-0677-664D-B2BB-69B0A6A7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4EA4-D670-2C41-9EF4-392023D2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4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05DB93-A58E-714C-BD6E-76F1D21AE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83819-F149-7645-A0DD-B53DD9D84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B065F-A67E-EF4E-A12F-EB30F584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E9D5F-8CC5-8740-9426-35E9D812F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1DE0B-93CB-5C41-B581-C00D0F9F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9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30FDD2-E0CC-3E4C-A49E-91BE8BE036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78290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19083-F06C-6F4F-9852-321B8C953C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10309"/>
      </p:ext>
    </p:extLst>
  </p:cSld>
  <p:clrMapOvr>
    <a:masterClrMapping/>
  </p:clrMapOvr>
  <p:transition spd="slow">
    <p:push dir="u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5B246-E282-3742-BD72-B1BCDC5A6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1C7DDB"/>
                </a:solidFill>
                <a:latin typeface="Abadi" panose="020B0604020104020204" pitchFamily="34" charset="0"/>
              </a:defRPr>
            </a:lvl1pPr>
          </a:lstStyle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1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e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3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3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32.png"/><Relationship Id="rId4" Type="http://schemas.openxmlformats.org/officeDocument/2006/relationships/image" Target="../media/image3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3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36AF9D-A911-994B-90EA-013D4CDA5604}"/>
              </a:ext>
            </a:extLst>
          </p:cNvPr>
          <p:cNvSpPr txBox="1"/>
          <p:nvPr/>
        </p:nvSpPr>
        <p:spPr>
          <a:xfrm>
            <a:off x="888546" y="4568734"/>
            <a:ext cx="251460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Harman Singh</a:t>
            </a:r>
            <a:br/>
            <a:r>
              <a:rPr sz="1400" b="0">
                <a:solidFill>
                  <a:srgbClr val="FFFFFF"/>
                </a:solidFill>
              </a:rPr>
              <a:t>10 September 2026</a:t>
            </a:r>
          </a:p>
        </p:txBody>
      </p:sp>
      <p:pic>
        <p:nvPicPr>
          <p:cNvPr id="2" name="Picture 2" descr="IBM Skills Network Logo - Horizontal-noai copy.png">
            <a:extLst>
              <a:ext uri="{FF2B5EF4-FFF2-40B4-BE49-F238E27FC236}">
                <a16:creationId xmlns:a16="http://schemas.microsoft.com/office/drawing/2014/main" id="{4F94DBE5-2DCC-401E-95AA-12E04A97F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20" y="676828"/>
            <a:ext cx="2104103" cy="62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61162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fld id="{5075537C-CA84-1446-933C-8E9D027F920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Outline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1554480"/>
            <a:ext cx="9601200" cy="43891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D3C"/>
                </a:solidFill>
              </a:defRPr>
            </a:pPr>
            <a:r>
              <a:t>• Executive Summary</a:t>
            </a:r>
          </a:p>
          <a:p>
            <a:pPr>
              <a:spcAft>
                <a:spcPts val="800"/>
              </a:spcAft>
              <a:defRPr sz="1800">
                <a:solidFill>
                  <a:srgbClr val="232D3C"/>
                </a:solidFill>
              </a:defRPr>
            </a:pPr>
            <a:r>
              <a:t>• Introduction &amp; business problem</a:t>
            </a:r>
          </a:p>
          <a:p>
            <a:pPr>
              <a:spcAft>
                <a:spcPts val="800"/>
              </a:spcAft>
              <a:defRPr sz="1800">
                <a:solidFill>
                  <a:srgbClr val="232D3C"/>
                </a:solidFill>
              </a:defRPr>
            </a:pPr>
            <a:r>
              <a:t>• Methodology: API, scraping, wrangling, EDA, SQL, Folium, Dash, classification</a:t>
            </a:r>
          </a:p>
          <a:p>
            <a:pPr>
              <a:spcAft>
                <a:spcPts val="800"/>
              </a:spcAft>
              <a:defRPr sz="1800">
                <a:solidFill>
                  <a:srgbClr val="232D3C"/>
                </a:solidFill>
              </a:defRPr>
            </a:pPr>
            <a:r>
              <a:t>• Results: visual EDA, SQL, interactive analytics and model performance</a:t>
            </a:r>
          </a:p>
          <a:p>
            <a:pPr>
              <a:spcAft>
                <a:spcPts val="800"/>
              </a:spcAft>
              <a:defRPr sz="1800">
                <a:solidFill>
                  <a:srgbClr val="232D3C"/>
                </a:solidFill>
              </a:defRPr>
            </a:pPr>
            <a:r>
              <a:t>• Conclusions, innovative insights and appendix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724038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Executive Summary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31520" y="1325880"/>
            <a:ext cx="2286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1463039"/>
            <a:ext cx="2011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5F6973"/>
                </a:solidFill>
              </a:rPr>
              <a:t>Falcon 9 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1828800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F4E79"/>
                </a:solidFill>
              </a:rPr>
              <a:t>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2286000"/>
            <a:ext cx="2011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F6973"/>
                </a:solidFill>
              </a:rPr>
              <a:t>Analyzed launch records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1325880"/>
            <a:ext cx="2286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79" y="1463039"/>
            <a:ext cx="2011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5F6973"/>
                </a:solidFill>
              </a:rPr>
              <a:t>Overall landing success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79" y="1828800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F4E79"/>
                </a:solidFill>
              </a:rPr>
              <a:t>66.7%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79" y="2286000"/>
            <a:ext cx="2011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F6973"/>
                </a:solidFill>
              </a:rPr>
              <a:t>90 launches; Class = 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720" y="1325880"/>
            <a:ext cx="2286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97880" y="1463039"/>
            <a:ext cx="2011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5F6973"/>
                </a:solidFill>
              </a:rPr>
              <a:t>Top launch volume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1828800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F4E79"/>
                </a:solidFill>
              </a:rPr>
              <a:t>55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2286000"/>
            <a:ext cx="2011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F6973"/>
                </a:solidFill>
              </a:rPr>
              <a:t>CCAFS SLC 40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1325880"/>
            <a:ext cx="2286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1463039"/>
            <a:ext cx="2011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5F6973"/>
                </a:solidFill>
              </a:rPr>
              <a:t>Best test accuracy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1828800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F4E79"/>
                </a:solidFill>
              </a:rPr>
              <a:t>83.33%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286000"/>
            <a:ext cx="2011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F6973"/>
                </a:solidFill>
              </a:rPr>
              <a:t>LR / SVM / KNN tie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3063240"/>
            <a:ext cx="9784080" cy="246888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Combined SpaceX REST API data with Wikipedia launch records, then cleaned and transformed the data for analysis.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EDA and SQL revealed strong time, site, orbit and payload patterns in first-stage landing outcomes.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Interactive Folium and Plotly Dash views translated the findings into geographic and operational decision support.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Four classifiers were evaluated; the standard capstone test split produced 83.33% accuracy for Logistic Regression, SVM, Decision Tree and KNN.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198022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828068" y="538650"/>
            <a:ext cx="10530114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Introduction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60" y="1234440"/>
            <a:ext cx="46634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900" b="1">
                <a:solidFill>
                  <a:srgbClr val="1F4E79"/>
                </a:solidFill>
              </a:rPr>
              <a:t>Project background &amp;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1737360"/>
            <a:ext cx="4572000" cy="329184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SpaceX reduced launch costs through Falcon 9 first-stage reusability.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The project treats launch history as a data science problem: understand the drivers of landing success and predict future outcomes.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Target outcome: a reusable, evidence-based framework for evaluating first-stage landing risk before launch.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1234440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900" b="1">
                <a:solidFill>
                  <a:srgbClr val="1F4E79"/>
                </a:solidFill>
              </a:rPr>
              <a:t>Questions addressed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1737360"/>
            <a:ext cx="4572000" cy="329184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Which launch sites and orbits are associated with higher landing success?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How do payload mass and flight number relate to landing outcome?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Can a classification model predict whether the first stage will land successfully?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2560061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1BF29A-91D2-784B-9589-F5A38831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5075537C-CA84-1446-933C-8E9D027F9201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393D11-6810-B94E-A01A-A2D00E82E738}"/>
              </a:ext>
            </a:extLst>
          </p:cNvPr>
          <p:cNvSpPr txBox="1"/>
          <p:nvPr/>
        </p:nvSpPr>
        <p:spPr>
          <a:xfrm>
            <a:off x="765313" y="2812774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1</a:t>
            </a:r>
          </a:p>
        </p:txBody>
      </p:sp>
    </p:spTree>
    <p:extLst>
      <p:ext uri="{BB962C8B-B14F-4D97-AF65-F5344CB8AC3E}">
        <p14:creationId xmlns:p14="http://schemas.microsoft.com/office/powerpoint/2010/main" val="3093198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2CF01-5F8F-9D43-96B9-A581954B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6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3C62649-0825-4926-8E2A-2EBCCFE00EC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Methodology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94360" y="1828800"/>
            <a:ext cx="1874519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1938528"/>
            <a:ext cx="1645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304288"/>
            <a:ext cx="1645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232D3C"/>
                </a:solidFill>
              </a:rPr>
              <a:t>Collect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724912"/>
            <a:ext cx="16459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5F6973"/>
                </a:solidFill>
              </a:rPr>
              <a:t>SpaceX REST API + Wikipedia scraping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1828800"/>
            <a:ext cx="1874519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2928" y="1938528"/>
            <a:ext cx="1645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2928" y="2304288"/>
            <a:ext cx="1645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232D3C"/>
                </a:solidFill>
              </a:rPr>
              <a:t>Wrangle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2928" y="2724912"/>
            <a:ext cx="16459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5F6973"/>
                </a:solidFill>
              </a:rPr>
              <a:t>Normalize JSON, merge datasets, clean nulls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1828800"/>
            <a:ext cx="1874519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1768" y="1938528"/>
            <a:ext cx="1645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01768" y="2304288"/>
            <a:ext cx="1645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232D3C"/>
                </a:solidFill>
              </a:rPr>
              <a:t>Explore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01768" y="2724912"/>
            <a:ext cx="16459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5F6973"/>
                </a:solidFill>
              </a:rPr>
              <a:t>Python visualization + SQL aggregation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1828800"/>
            <a:ext cx="1874519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0608" y="1938528"/>
            <a:ext cx="1645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0608" y="2304288"/>
            <a:ext cx="1645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232D3C"/>
                </a:solidFill>
              </a:rPr>
              <a:t>Interact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2724912"/>
            <a:ext cx="16459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5F6973"/>
                </a:solidFill>
              </a:rPr>
              <a:t>Folium maps + Plotly Dash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1828800"/>
            <a:ext cx="1874519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99448" y="1938528"/>
            <a:ext cx="1645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99448" y="2304288"/>
            <a:ext cx="1645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232D3C"/>
                </a:solidFill>
              </a:rPr>
              <a:t>Predict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9448" y="2724912"/>
            <a:ext cx="16459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5F6973"/>
                </a:solidFill>
              </a:rPr>
              <a:t>Feature engineering + 4 classifiers + GridSearchCV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069080"/>
            <a:ext cx="94183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</a:rPr>
              <a:t>End-to-end workflow: raw launch records → analysis-ready landing labels → descriptive insights → interactive decision tools → predictive classification.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1553432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7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7AC1D2-8B41-4A7A-88CF-41E6B7D8C98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Data Collection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5800" y="1828800"/>
            <a:ext cx="2286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965960"/>
            <a:ext cx="2011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5F6973"/>
                </a:solidFill>
              </a:rPr>
              <a:t>SpaceX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31720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F4E79"/>
                </a:solidFill>
              </a:rPr>
              <a:t>GET launch records; normalize JSON with pandas.json_normalize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2" y="2331720"/>
            <a:ext cx="320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1828800"/>
            <a:ext cx="2286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1965960"/>
            <a:ext cx="2011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5F6973"/>
                </a:solidFill>
              </a:rPr>
              <a:t>Wikipedia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331720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F4E79"/>
                </a:solidFill>
              </a:rPr>
              <a:t>Scrape Falcon 9 launch table for mission and booster attributes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9552" y="2331720"/>
            <a:ext cx="320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1828800"/>
            <a:ext cx="2286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1965960"/>
            <a:ext cx="2011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5F6973"/>
                </a:solidFill>
              </a:rPr>
              <a:t>Join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2331720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F4E79"/>
                </a:solidFill>
              </a:rPr>
              <a:t>Align launch dates / flight numbers and combine fields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2331720"/>
            <a:ext cx="320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1828800"/>
            <a:ext cx="2286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41080" y="1965960"/>
            <a:ext cx="2011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5F6973"/>
                </a:solidFill>
              </a:rP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2331720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F4E79"/>
                </a:solidFill>
              </a:rPr>
              <a:t>Analysis-ready Falcon 9 launch dataset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931920"/>
            <a:ext cx="950976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0">
                <a:solidFill>
                  <a:srgbClr val="5F6973"/>
                </a:solidFill>
              </a:rPr>
              <a:t>Data collection emphasized reproducibility: source → extraction → normalization → merge → validation.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3288665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8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66AA34-20EE-4A59-B343-346A8DB5667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Data Collection – SpaceX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1920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45919"/>
            <a:ext cx="1645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5F6973"/>
                </a:solidFill>
              </a:rPr>
              <a:t>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1645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F4E79"/>
                </a:solidFill>
              </a:rPr>
              <a:t>SpaceX REST endpoint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2011680"/>
            <a:ext cx="320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1508760"/>
            <a:ext cx="1920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645919"/>
            <a:ext cx="1645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5F6973"/>
                </a:solidFill>
              </a:rPr>
              <a:t>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011680"/>
            <a:ext cx="1645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F4E79"/>
                </a:solidFill>
              </a:rPr>
              <a:t>Raw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011680"/>
            <a:ext cx="320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1508760"/>
            <a:ext cx="1920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645919"/>
            <a:ext cx="1645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5F6973"/>
                </a:solidFill>
              </a:rPr>
              <a:t>Normalize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011680"/>
            <a:ext cx="1645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F4E79"/>
                </a:solidFill>
              </a:rPr>
              <a:t>pd.json_normalize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011680"/>
            <a:ext cx="320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78040" y="1508760"/>
            <a:ext cx="1920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1645919"/>
            <a:ext cx="1645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5F6973"/>
                </a:solidFill>
              </a:rPr>
              <a:t>Extract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011680"/>
            <a:ext cx="1645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F4E79"/>
                </a:solidFill>
              </a:rPr>
              <a:t>rocket / payload / launchpad / 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2" y="2011680"/>
            <a:ext cx="320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1508760"/>
            <a:ext cx="1920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1645919"/>
            <a:ext cx="1645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5F6973"/>
                </a:solidFill>
              </a:rPr>
              <a:t>Merge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011680"/>
            <a:ext cx="1645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F4E79"/>
                </a:solidFill>
              </a:rPr>
              <a:t>Analysis 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246120"/>
            <a:ext cx="4937760" cy="192024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Static-fire and launch timestamps were retained for temporal analysis.</a:t>
            </a:r>
          </a:p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Falcon 1 records were removed so the modeling target represented Falcon 9 first-stage landings.</a:t>
            </a:r>
          </a:p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Landing-pad, payload and launch-site fields were preserved for downstream EDA.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3246120"/>
            <a:ext cx="47548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1">
                <a:solidFill>
                  <a:srgbClr val="1F4E79"/>
                </a:solidFill>
              </a:rPr>
              <a:t>Notebook reference</a:t>
            </a:r>
            <a:br/>
            <a:r>
              <a:rPr sz="1300" b="1">
                <a:solidFill>
                  <a:srgbClr val="1F4E79"/>
                </a:solidFill>
              </a:rPr>
              <a:t>GitHub URL: YOUR_REPOSITORY_URL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280316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9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84506E-0B2F-4BA8-892E-8CE3753AF954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Data Collection – Scraping</a:t>
            </a:r>
            <a:endParaRPr lang="en-US">
              <a:solidFill>
                <a:srgbClr val="1C7DDB"/>
              </a:solidFill>
              <a:latin typeface="Abadi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4F5ABFD-B4D4-43FF-959F-AFAF45B45269}"/>
              </a:ext>
            </a:extLst>
          </p:cNvPr>
          <p:cNvSpPr txBox="1">
            <a:spLocks/>
          </p:cNvSpPr>
          <p:nvPr/>
        </p:nvSpPr>
        <p:spPr>
          <a:xfrm>
            <a:off x="922411" y="6910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- Scraping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85800" y="1645920"/>
            <a:ext cx="2286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783080"/>
            <a:ext cx="2011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5F6973"/>
                </a:solidFill>
              </a:rPr>
              <a:t>Wikipedia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148840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F4E79"/>
                </a:solidFill>
              </a:rPr>
              <a:t>Falcon 9 / Falcon Heavy launch 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2" y="2148840"/>
            <a:ext cx="320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1645920"/>
            <a:ext cx="2286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1783080"/>
            <a:ext cx="2011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5F6973"/>
                </a:solidFill>
              </a:rPr>
              <a:t>Parse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148840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F4E79"/>
                </a:solidFill>
              </a:rPr>
              <a:t>HTML tables → pandas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9552" y="2148840"/>
            <a:ext cx="320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1645920"/>
            <a:ext cx="2286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1783080"/>
            <a:ext cx="2011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5F6973"/>
                </a:solidFill>
              </a:rPr>
              <a:t>Clean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148840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F4E79"/>
                </a:solidFill>
              </a:rPr>
              <a:t>Dates, booster versions, outcomes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2148840"/>
            <a:ext cx="320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1645920"/>
            <a:ext cx="2286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1783080"/>
            <a:ext cx="2011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5F6973"/>
                </a:solidFill>
              </a:rPr>
              <a:t>Merge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2148840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F4E79"/>
                </a:solidFill>
              </a:rPr>
              <a:t>Join with API-derived records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886200"/>
            <a:ext cx="950976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5F6973"/>
                </a:solidFill>
              </a:rPr>
              <a:t>Web scraping supplied mission-level fields that complement the API, especially launch / booster / outcome information used to define the supervised learning label.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4709160"/>
            <a:ext cx="62179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</a:rPr>
              <a:t>GitHub URL: YOUR_REPOSITORY_URL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138555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21CA9-7CB7-1046-8FA0-21F127C1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10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665A13-3129-46DF-B847-F273F3E96BE6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Data Wrangling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60020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16916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5F6973"/>
                </a:solidFill>
              </a:rPr>
              <a:t>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1691639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F4E79"/>
                </a:solidFill>
              </a:rPr>
              <a:t>Keep Falcon 9 launches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03120"/>
            <a:ext cx="320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160020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1737360"/>
            <a:ext cx="16916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5F6973"/>
                </a:solidFill>
              </a:rPr>
              <a:t>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103120"/>
            <a:ext cx="1691639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F4E79"/>
                </a:solidFill>
              </a:rPr>
              <a:t>Handle missing landing-pad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103120"/>
            <a:ext cx="320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160020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1737360"/>
            <a:ext cx="16916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5F6973"/>
                </a:solidFill>
              </a:rPr>
              <a:t>Transform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103120"/>
            <a:ext cx="1691639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F4E79"/>
                </a:solidFill>
              </a:rPr>
              <a:t>Convert outcomes to binary Class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103120"/>
            <a:ext cx="320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160020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1737360"/>
            <a:ext cx="16916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5F6973"/>
                </a:solidFill>
              </a:rPr>
              <a:t>Encode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103120"/>
            <a:ext cx="1691639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F4E79"/>
                </a:solidFill>
              </a:rPr>
              <a:t>One-hot categorical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103120"/>
            <a:ext cx="320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81160" y="160020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737360"/>
            <a:ext cx="16916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5F6973"/>
                </a:solidFill>
              </a:rPr>
              <a:t>Split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103120"/>
            <a:ext cx="1691639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F4E79"/>
                </a:solidFill>
              </a:rPr>
              <a:t>Train / test for modeling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566160"/>
            <a:ext cx="987552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232D3C"/>
                </a:solidFill>
              </a:rPr>
              <a:t>Target label: Class = 1 for successful first-stage landing; Class = 0 for unsuccessful / no landing. Numeric fields were retained for payload and flight-history effects.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526280"/>
            <a:ext cx="98755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</a:rPr>
              <a:t>GitHub URL: YOUR_REPOSITORY_URL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2987552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E03D3-761E-7549-A4C6-7E585EBC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11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9E97D81-A978-4758-8A93-47C19B10407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EDA with Data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4663440" cy="35661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Scatter plots: Flight Number vs. Launch Site; Payload vs. Launch Site; Flight Number vs. Orbit; Payload vs. Orbit.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Bar chart: success rate by orbit type.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Line chart: yearly average landing success.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Color / marker encoding separates successful and unsuccessful landings.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0" y="1325880"/>
            <a:ext cx="4663440" cy="35661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Why these charts? They expose temporal trends, geographic differences, mission-profile effects and potential non-linear relationships.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Visual EDA guided feature selection and the predictive modeling stage.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Notebook reference: YOUR_REPOSITORY_URL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779971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B1B70-690D-5945-90C2-196E1304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12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2405FDA-CB27-4506-BA80-B7DD00CB25C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EDA with SQL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9692640" cy="40233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</a:defRPr>
            </a:pPr>
            <a:r>
              <a:t>• SELECT DISTINCT → enumerate unique launch sites.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</a:defRPr>
            </a:pPr>
            <a:r>
              <a:t>• LIKE 'CCA%' + LIMIT → inspect CCAFS launch records.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</a:defRPr>
            </a:pPr>
            <a:r>
              <a:t>• SUM / AVG → quantify payload capacity and average F9 v1.1 payload.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</a:defRPr>
            </a:pPr>
            <a:r>
              <a:t>• MIN → locate the first successful ground-pad landing.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</a:defRPr>
            </a:pPr>
            <a:r>
              <a:t>• WHERE + payload range → identify successful drone-ship landings between 4,000–6,000 kg.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</a:defRPr>
            </a:pPr>
            <a:r>
              <a:t>• GROUP BY / COUNT → summarize mission outcomes and landing outcomes over time.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</a:defRPr>
            </a:pPr>
            <a:r>
              <a:t>• Subquery + MAX → identify boosters carrying the maximum payload.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166360"/>
            <a:ext cx="9601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</a:rPr>
              <a:t>GitHub URL: YOUR_REPOSITORY_URL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1578726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13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8946E4-5BEF-46F0-A56A-E7E85ACA148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Build an Interactive Map with Folium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663440" cy="338328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</a:defRPr>
            </a:pPr>
            <a:r>
              <a:t>• Marker objects identify launch-site coordinates.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</a:defRPr>
            </a:pPr>
            <a:r>
              <a:t>• MarkerCluster groups nearby launch outcomes for readability.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</a:defRPr>
            </a:pPr>
            <a:r>
              <a:t>• Green / red outcome markers distinguish successful vs. unsuccessful landings.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</a:defRPr>
            </a:pPr>
            <a:r>
              <a:t>• Proximity analysis uses circles / lines and distance annotations to connect launch sites with coastlines, highways, railways and nearby cities.</a:t>
            </a:r>
          </a:p>
        </p:txBody>
      </p:sp>
      <p:pic>
        <p:nvPicPr>
          <p:cNvPr id="6" name="Picture 5" descr="map_sites_st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234440"/>
            <a:ext cx="45720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4069080"/>
            <a:ext cx="448056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5F6973"/>
                </a:solidFill>
              </a:rPr>
              <a:t>Purpose: translate latitude/longitude into an operational view of launch-site geography and logistics.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148114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14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9FC08B-7D2E-43A5-A528-821DCDCCCC8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Build a Dashboard with Plotly Dash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4663440" cy="34747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</a:defRPr>
            </a:pPr>
            <a:r>
              <a:t>• Dropdown: select a launch site or view all sites.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</a:defRPr>
            </a:pPr>
            <a:r>
              <a:t>• Pie chart: success / failure distribution.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</a:defRPr>
            </a:pPr>
            <a:r>
              <a:t>• Payload scatter: compare payload mass against landing outcome.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</a:defRPr>
            </a:pPr>
            <a:r>
              <a:t>• Range slider: focus on different payload bands.</a:t>
            </a:r>
          </a:p>
          <a:p>
            <a:pPr>
              <a:spcAft>
                <a:spcPts val="800"/>
              </a:spcAft>
              <a:defRPr sz="1400">
                <a:solidFill>
                  <a:srgbClr val="232D3C"/>
                </a:solidFill>
              </a:defRPr>
            </a:pPr>
            <a:r>
              <a:t>• Dashboard goal: let stakeholders explore the same evidence without rerunning notebooks.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417320"/>
            <a:ext cx="44805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</a:rPr>
              <a:t>Interactive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2148840"/>
            <a:ext cx="3931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228600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5F6973"/>
                </a:solidFill>
              </a:rPr>
              <a:t>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651760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F4E79"/>
                </a:solidFill>
              </a:rPr>
              <a:t>Launch site + payload range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3520440"/>
            <a:ext cx="3931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365760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5F6973"/>
                </a:solidFill>
              </a:rPr>
              <a:t>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023360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F4E79"/>
                </a:solidFill>
              </a:rPr>
              <a:t>Pie + scatter + success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4800600"/>
            <a:ext cx="44805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</a:rPr>
              <a:t>GitHub URL: YOUR_REPOSITORY_URL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334532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B08F2-C4AD-A440-BB78-A0625E288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15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C857EDD-A3A7-434D-B8D5-401E872498D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Predictive Analysis (Classification)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55448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39"/>
            <a:ext cx="16916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5F6973"/>
                </a:solidFill>
              </a:rPr>
              <a:t>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1691639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F4E79"/>
                </a:solidFill>
              </a:rPr>
              <a:t>Flight number, payload, orbit, site, booster attributes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057400"/>
            <a:ext cx="320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155448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691639"/>
            <a:ext cx="16916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5F6973"/>
                </a:solidFill>
              </a:rPr>
              <a:t>Encode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057400"/>
            <a:ext cx="1691639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F4E79"/>
                </a:solidFill>
              </a:rPr>
              <a:t>One-hot categorical variables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057400"/>
            <a:ext cx="320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155448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1691639"/>
            <a:ext cx="16916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5F6973"/>
                </a:solidFill>
              </a:rPr>
              <a:t>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057400"/>
            <a:ext cx="1691639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F4E79"/>
                </a:solidFill>
              </a:rPr>
              <a:t>Standardize where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057400"/>
            <a:ext cx="320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155448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1691639"/>
            <a:ext cx="16916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5F6973"/>
                </a:solidFill>
              </a:rPr>
              <a:t>Tune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057400"/>
            <a:ext cx="1691639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F4E79"/>
                </a:solidFill>
              </a:rPr>
              <a:t>GridSearchCV / cross-validation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057400"/>
            <a:ext cx="320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155448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1691639"/>
            <a:ext cx="16916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5F6973"/>
                </a:solidFill>
              </a:rPr>
              <a:t>Evaluate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057400"/>
            <a:ext cx="1691639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F4E79"/>
                </a:solidFill>
              </a:rPr>
              <a:t>Accuracy + confusion matrix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566160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</a:rPr>
              <a:t>Models compared: Logistic Regression, Support Vector Machine, Decision Tree, K-Nearest Neighbors. The standard capstone test split produced 83.33% accuracy for each model.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34840"/>
            <a:ext cx="9875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</a:rPr>
              <a:t>GitHub URL: YOUR_REPOSITORY_URL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1813711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5C363-925C-9E48-86B0-27D7D36E5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30F9542-6794-4F57-BB45-868D94AD06B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Results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14400" y="1554480"/>
            <a:ext cx="2926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91639"/>
            <a:ext cx="26517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5F6973"/>
                </a:solidFill>
              </a:rPr>
              <a:t>EDA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57400"/>
            <a:ext cx="2651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F4E79"/>
                </a:solidFill>
              </a:rPr>
              <a:t>Launch, payload, orbit &amp; time patterns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554480"/>
            <a:ext cx="2926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691639"/>
            <a:ext cx="26517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5F6973"/>
                </a:solidFill>
              </a:rPr>
              <a:t>Interactive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057400"/>
            <a:ext cx="2651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F4E79"/>
                </a:solidFill>
              </a:rPr>
              <a:t>Folium + Plotly Dash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1554480"/>
            <a:ext cx="2926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1691639"/>
            <a:ext cx="26517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5F6973"/>
                </a:solidFill>
              </a:rPr>
              <a:t>Predictive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057400"/>
            <a:ext cx="2651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500" b="1">
                <a:solidFill>
                  <a:srgbClr val="1F4E79"/>
                </a:solidFill>
              </a:rPr>
              <a:t>83.33% test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86200"/>
            <a:ext cx="91440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</a:rPr>
              <a:t>The results section moves from descriptive evidence to interactive exploration and finally to a predictive model for first-stage landing success.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321008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18B93D-8F11-6347-95EE-BF68474E5B1F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sz="1600" b="0">
                <a:solidFill>
                  <a:srgbClr val="FFFFFF"/>
                </a:solidFill>
              </a:rPr>
              <a:t>Section 2</a:t>
            </a:r>
          </a:p>
        </p:txBody>
      </p:sp>
    </p:spTree>
    <p:extLst>
      <p:ext uri="{BB962C8B-B14F-4D97-AF65-F5344CB8AC3E}">
        <p14:creationId xmlns:p14="http://schemas.microsoft.com/office/powerpoint/2010/main" val="178270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18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F4FCC5-6E7E-4FF0-BE45-680EEC392C9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Flight Number vs. Launch Site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6" name="Picture 5" descr="flight_launch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667512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43800" y="1371600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828800"/>
            <a:ext cx="3063240" cy="34747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Early flights were concentrated at CCAFS SLC 40 and show more failures.</a:t>
            </a:r>
          </a:p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After roughly flight 30, successful landings become much more frequent.</a:t>
            </a:r>
          </a:p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KSC LC-39A appears later in the timeline and has a high success share.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3865605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19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6CCD949-E788-4375-9B07-478FA5684BC1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Payload vs. Launch Site</a:t>
            </a:r>
          </a:p>
        </p:txBody>
      </p:sp>
      <p:pic>
        <p:nvPicPr>
          <p:cNvPr id="6" name="Picture 5" descr="payload_launch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667512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43800" y="1371600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828800"/>
            <a:ext cx="3063240" cy="34747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Most launches carry relatively light-to-medium payloads.</a:t>
            </a:r>
          </a:p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Payloads above ~7,000 kg show few failures in this sample, but the number of observations is smaller.</a:t>
            </a:r>
          </a:p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Launch site and payload distributions are not identical, supporting site-aware modeling.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3869789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20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811A61-F7FB-4B19-9ED1-E0E2554A5BE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Success Rate vs. Orbit Type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6" name="Picture 5" descr="orbit_su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667512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43800" y="1371600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828800"/>
            <a:ext cx="3063240" cy="34747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ES-L1, GEO, HEO and SSO show 100% success in this sample.</a:t>
            </a:r>
          </a:p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SO shows 0% success; GTO is the lowest among the frequently used orbital classes at ~52%.</a:t>
            </a:r>
          </a:p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Rare-orbit rates should be interpreted cautiously because some have very few observations.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80090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21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1C109C-C017-4D19-928F-AED25AC3012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Flight Number vs. Orbit Type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6" name="Picture 5" descr="flight_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667512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43800" y="1371600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828800"/>
            <a:ext cx="3063240" cy="34747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GEO, HEO and ES-L1 have only one successful flight each, explaining their 100% rate.</a:t>
            </a:r>
          </a:p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LEO shows a clearer time-related improvement in landing outcomes.</a:t>
            </a:r>
          </a:p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GTO remains mixed across the flight timeline.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1106727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22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E7D9E4-306D-49E3-9AC4-15D566FC72A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Payload vs. Orbit Type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6" name="Picture 5" descr="payload_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667512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43800" y="1371600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828800"/>
            <a:ext cx="3063240" cy="34747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Most payloads lie below 6,000 kg, with a second concentration at very high VLEO payloads.</a:t>
            </a:r>
          </a:p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Successful outcomes dominate the higher-payload VLEO region in later years.</a:t>
            </a:r>
          </a:p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Orbit choice and payload should be considered jointly rather than independently.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3145340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23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D35FD2D-1BD2-45D7-B015-1A96C241520B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Launch Success Yearly Trend</a:t>
            </a:r>
          </a:p>
        </p:txBody>
      </p:sp>
      <p:pic>
        <p:nvPicPr>
          <p:cNvPr id="6" name="Picture 5" descr="year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667512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43800" y="1371600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828800"/>
            <a:ext cx="3063240" cy="34747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Landing success improved materially after 2013.</a:t>
            </a:r>
          </a:p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The trend peaks around 2019 before remaining high in 2020.</a:t>
            </a:r>
          </a:p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This temporal pattern suggests operational learning and technology maturation.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706594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24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6E60219-AE1B-47B6-9A1D-F2865D04BE5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All Launch Site Names</a:t>
            </a:r>
          </a:p>
        </p:txBody>
      </p:sp>
      <p:pic>
        <p:nvPicPr>
          <p:cNvPr id="5" name="Picture 4" descr="sql_si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25880"/>
            <a:ext cx="612648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86600" y="1463040"/>
            <a:ext cx="3337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SQL result &amp; 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2057400"/>
            <a:ext cx="320040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232D3C"/>
                </a:solidFill>
              </a:rPr>
              <a:t>DISTINCT returns four unique launch-site labels in the SQL dataset. The two CCAFS naming variants are retained because they occur as separate text values.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4663440"/>
            <a:ext cx="3200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1F4E79"/>
                </a:solidFill>
              </a:rPr>
              <a:t>Notebook: YOUR_REPOSITORY_URL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2727850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25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57C8CBA-1A0E-4CDF-A451-7AAA44D3983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Launch Site Names Begin with 'CCA'</a:t>
            </a:r>
          </a:p>
        </p:txBody>
      </p:sp>
      <p:pic>
        <p:nvPicPr>
          <p:cNvPr id="5" name="Picture 4" descr="sql_c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25880"/>
            <a:ext cx="612648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86600" y="1463040"/>
            <a:ext cx="3337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SQL result &amp; 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2057400"/>
            <a:ext cx="320040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232D3C"/>
                </a:solidFill>
              </a:rPr>
              <a:t>LIKE 'CCA%' isolates records whose launch-site text begins with CCA; LIMIT 5 returns the first five matching records.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4663440"/>
            <a:ext cx="3200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1F4E79"/>
                </a:solidFill>
              </a:rPr>
              <a:t>Notebook: YOUR_REPOSITORY_URL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1794738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26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D161C47-0660-416F-B4C2-25E4D35D69F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Total Payload Mass</a:t>
            </a:r>
          </a:p>
        </p:txBody>
      </p:sp>
      <p:pic>
        <p:nvPicPr>
          <p:cNvPr id="5" name="Picture 4" descr="sql_na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25880"/>
            <a:ext cx="612648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86600" y="1463040"/>
            <a:ext cx="3337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SQL result &amp; 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2057400"/>
            <a:ext cx="320040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232D3C"/>
                </a:solidFill>
              </a:rPr>
              <a:t>NASA (CRS) missions carried 45,596 kg of payload in the analyzed SQL dataset.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4663440"/>
            <a:ext cx="3200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1F4E79"/>
                </a:solidFill>
              </a:rPr>
              <a:t>Notebook: YOUR_REPOSITORY_URL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4010014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27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D52E17-48CB-4D60-BD56-71D197A29B3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Average Payload Mass by F9 v1.1</a:t>
            </a:r>
          </a:p>
        </p:txBody>
      </p:sp>
      <p:pic>
        <p:nvPicPr>
          <p:cNvPr id="5" name="Picture 4" descr="sql_a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25880"/>
            <a:ext cx="612648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86600" y="1463040"/>
            <a:ext cx="3337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SQL result &amp; 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2057400"/>
            <a:ext cx="320040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232D3C"/>
                </a:solidFill>
              </a:rPr>
              <a:t>AVG(payload_mass__kg_) gives an average of approximately 2,534.67 kg for F9 v1.1 boosters.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4663440"/>
            <a:ext cx="3200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1F4E79"/>
                </a:solidFill>
              </a:rPr>
              <a:t>Notebook: YOUR_REPOSITORY_URL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2735560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28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F12CD3C-55B3-4129-817A-84D0B28F713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First Successful Ground Landing Date</a:t>
            </a:r>
          </a:p>
        </p:txBody>
      </p:sp>
      <p:pic>
        <p:nvPicPr>
          <p:cNvPr id="5" name="Picture 4" descr="sql_firstl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25880"/>
            <a:ext cx="612648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86600" y="1463040"/>
            <a:ext cx="3337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SQL result &amp; 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2057400"/>
            <a:ext cx="320040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232D3C"/>
                </a:solidFill>
              </a:rPr>
              <a:t>MIN(Date) identifies 2015-12-22 as the first successful ground-pad landing.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4663440"/>
            <a:ext cx="3200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1F4E79"/>
                </a:solidFill>
              </a:rPr>
              <a:t>Notebook: YOUR_REPOSITORY_URL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1434679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29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52C2E9C-C6BE-40BD-A406-CFB441363C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Successful Drone Ship Landing with Payload between 4000 and 6000</a:t>
            </a:r>
          </a:p>
        </p:txBody>
      </p:sp>
      <p:pic>
        <p:nvPicPr>
          <p:cNvPr id="9" name="Picture 8" descr="sql_dr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25880"/>
            <a:ext cx="6126480" cy="4251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86600" y="1463040"/>
            <a:ext cx="3337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SQL result &amp; 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057400"/>
            <a:ext cx="320040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232D3C"/>
                </a:solidFill>
              </a:rPr>
              <a:t>Four booster versions meet the successful drone-ship and payload-range criteria.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4663440"/>
            <a:ext cx="3200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1F4E79"/>
                </a:solidFill>
              </a:rPr>
              <a:t>Notebook: YOUR_REPOSITORY_URL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6393995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30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9B32320-42D4-49FA-8047-C080B444B3A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Total Number of Successful and Failure Mission Outcomes</a:t>
            </a:r>
          </a:p>
        </p:txBody>
      </p:sp>
      <p:pic>
        <p:nvPicPr>
          <p:cNvPr id="5" name="Picture 4" descr="sql_mi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25880"/>
            <a:ext cx="612648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86600" y="1463040"/>
            <a:ext cx="3337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SQL result &amp; 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2057400"/>
            <a:ext cx="320040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232D3C"/>
                </a:solidFill>
              </a:rPr>
              <a:t>The mission-outcome query reports 100 successful outcomes and 1 failure in the SQL dataset.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4663440"/>
            <a:ext cx="3200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1F4E79"/>
                </a:solidFill>
              </a:rPr>
              <a:t>Notebook: YOUR_REPOSITORY_URL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17569726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31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A7EB98F-A25F-4357-9775-478FC17F7F83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Boosters Carried Maximum Payload</a:t>
            </a:r>
          </a:p>
        </p:txBody>
      </p:sp>
      <p:pic>
        <p:nvPicPr>
          <p:cNvPr id="5" name="Picture 4" descr="sql_maxbo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25880"/>
            <a:ext cx="612648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86600" y="1463040"/>
            <a:ext cx="3337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SQL result &amp; 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2057400"/>
            <a:ext cx="320040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232D3C"/>
                </a:solidFill>
              </a:rPr>
              <a:t>A MAX subquery identifies 12 booster versions associated with the maximum payload mass.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4663440"/>
            <a:ext cx="3200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1F4E79"/>
                </a:solidFill>
              </a:rPr>
              <a:t>Notebook: YOUR_REPOSITORY_URL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35666463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32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64DA114-677C-40D8-8FFA-43531834CFB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2015 Launch Records</a:t>
            </a:r>
          </a:p>
        </p:txBody>
      </p:sp>
      <p:pic>
        <p:nvPicPr>
          <p:cNvPr id="5" name="Picture 4" descr="sql_2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25880"/>
            <a:ext cx="612648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86600" y="1463040"/>
            <a:ext cx="3337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SQL result &amp; 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2057400"/>
            <a:ext cx="320040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232D3C"/>
                </a:solidFill>
              </a:rPr>
              <a:t>Two failed drone-ship landing attempts in 2015 occurred from CCAFS LC-40: B1012 and B1015.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4663440"/>
            <a:ext cx="3200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1F4E79"/>
                </a:solidFill>
              </a:rPr>
              <a:t>Notebook: YOUR_REPOSITORY_URL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13984391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33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523243-E4D6-45EC-97C8-D44398FB741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Rank Landing Outcomes Between 2010-06-04 and 2017-03-20</a:t>
            </a:r>
          </a:p>
        </p:txBody>
      </p:sp>
      <p:pic>
        <p:nvPicPr>
          <p:cNvPr id="5" name="Picture 4" descr="sql_ra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25880"/>
            <a:ext cx="612648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86600" y="1463040"/>
            <a:ext cx="3337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SQL result &amp; 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2057400"/>
            <a:ext cx="320040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232D3C"/>
                </a:solidFill>
              </a:rPr>
              <a:t>No attempt is the most frequent outcome in this early period; drone-ship success and failure each occur five times.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4663440"/>
            <a:ext cx="3200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1F4E79"/>
                </a:solidFill>
              </a:rPr>
              <a:t>Notebook: YOUR_REPOSITORY_URL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39751684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25EC16-0638-FF41-B7CF-E42224EF7FA1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sz="1600" b="0">
                <a:solidFill>
                  <a:srgbClr val="FFFFFF"/>
                </a:solidFill>
              </a:rPr>
              <a:t>Section 3</a:t>
            </a:r>
          </a:p>
        </p:txBody>
      </p:sp>
    </p:spTree>
    <p:extLst>
      <p:ext uri="{BB962C8B-B14F-4D97-AF65-F5344CB8AC3E}">
        <p14:creationId xmlns:p14="http://schemas.microsoft.com/office/powerpoint/2010/main" val="10233524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76327-8CC4-4356-8BBB-DC4965CE985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Folium Map — Launch Site Locations</a:t>
            </a:r>
          </a:p>
        </p:txBody>
      </p:sp>
      <p:pic>
        <p:nvPicPr>
          <p:cNvPr id="4" name="Picture 3" descr="map_sites_st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65836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371600"/>
            <a:ext cx="3017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1828800"/>
            <a:ext cx="3108960" cy="338328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Three orbital launch-site locations appear in Florida and California.</a:t>
            </a:r>
          </a:p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All launch sites are coastal, consistent with over-ocean launch and stage-drop safety requirements.</a:t>
            </a:r>
          </a:p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The map provides geographic context for the later outcome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9816717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36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E0ECA32-E146-40DA-85CD-9677244BC3E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Folium Map — Success / Failure Outcomes</a:t>
            </a:r>
          </a:p>
        </p:txBody>
      </p:sp>
      <p:pic>
        <p:nvPicPr>
          <p:cNvPr id="9" name="Picture 8" descr="map_outcomes_st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6583680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52360" y="1371600"/>
            <a:ext cx="3017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Key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828800"/>
            <a:ext cx="3108960" cy="338328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Marker clustering reduces overlap when many launches share a site.</a:t>
            </a:r>
          </a:p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Successful and failed outcomes are visually separated to expose site-level patterns.</a:t>
            </a:r>
          </a:p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CCAFS SLC-40 has the largest launch volume; KSC LC-39A and VAFB SLC-4E show strong success shares.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2395978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37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C97452-C78A-4701-B8AB-ABFE63D5BED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Folium Proximity Analysis — CCAFS SLC-40</a:t>
            </a:r>
          </a:p>
        </p:txBody>
      </p:sp>
      <p:pic>
        <p:nvPicPr>
          <p:cNvPr id="9" name="Picture 8" descr="map_proximity_st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6583680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52360" y="1371600"/>
            <a:ext cx="3017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Key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828800"/>
            <a:ext cx="3108960" cy="338328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Reported proximity results: coastline ≈ 0.87 km; highway ≈ 0.59 km; railway ≈ 1.29 km; nearest city ≈ 51.74 km.</a:t>
            </a:r>
          </a:p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The combination of coastal access and nearby transport infrastructure supports launch logistics.</a:t>
            </a:r>
          </a:p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Distance annotations turn a location map into an operational planning view.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2324990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8BBD4D-F87B-2648-91EB-CF6A4BF6870A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sz="1600" b="0">
                <a:solidFill>
                  <a:srgbClr val="FFFFFF"/>
                </a:solidFill>
              </a:rPr>
              <a:t>Section 4</a:t>
            </a:r>
          </a:p>
        </p:txBody>
      </p:sp>
    </p:spTree>
    <p:extLst>
      <p:ext uri="{BB962C8B-B14F-4D97-AF65-F5344CB8AC3E}">
        <p14:creationId xmlns:p14="http://schemas.microsoft.com/office/powerpoint/2010/main" val="7334617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39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456A072-47A6-4424-9ABE-F398119040D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Plotly Dash — Launch Success Distribution</a:t>
            </a:r>
          </a:p>
        </p:txBody>
      </p:sp>
      <p:pic>
        <p:nvPicPr>
          <p:cNvPr id="9" name="Picture 8" descr="dash_success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6583680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52360" y="1371600"/>
            <a:ext cx="3017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Dashboard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828800"/>
            <a:ext cx="3108960" cy="338328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The dashboard compares success counts across launch sites.</a:t>
            </a:r>
          </a:p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CCAFS SLC-40 has the largest number of successful landings in the 90-record EDA dataset.</a:t>
            </a:r>
          </a:p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The site selector allows the same view to be narrowed to one launch complex.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7001329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40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F94599-779E-457E-B57B-6063EBF7A84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Plotly Dash — Highest Launch Success Ratio</a:t>
            </a:r>
          </a:p>
        </p:txBody>
      </p:sp>
      <p:pic>
        <p:nvPicPr>
          <p:cNvPr id="9" name="Picture 8" descr="dash_best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6583680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52360" y="1371600"/>
            <a:ext cx="3017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Dashboard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828800"/>
            <a:ext cx="3108960" cy="338328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KSC LC-39A has the highest site-level success ratio in the 90-record EDA dataset: 17/22 ≈ 77.3%.</a:t>
            </a:r>
          </a:p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This differs from launch-volume leadership: CCAFS SLC-40 has more total launches.</a:t>
            </a:r>
          </a:p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The distinction between volume and reliability is operationally important.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1866160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41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D271BF5-BAA1-4CEB-A575-76A097FABB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Plotly Dash — Payload vs. Launch Outcome</a:t>
            </a:r>
          </a:p>
        </p:txBody>
      </p:sp>
      <p:pic>
        <p:nvPicPr>
          <p:cNvPr id="13" name="Picture 12" descr="dash_pay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6583680" cy="43891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52360" y="1371600"/>
            <a:ext cx="3017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Dashboard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828800"/>
            <a:ext cx="3108960" cy="338328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A payload range control helps separate low- and high-payload mission profiles.</a:t>
            </a:r>
          </a:p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The 0–4,000 kg region contains many successful launches; heavier missions are fewer and more heterogeneous.</a:t>
            </a:r>
          </a:p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Booster generation and orbit interact with payload, so payload alone is not a sufficient predictor.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2523596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37DFD2-2B76-8445-A1BD-6628DC42C398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sz="1600" b="0">
                <a:solidFill>
                  <a:srgbClr val="FFFFFF"/>
                </a:solidFill>
              </a:rPr>
              <a:t>Section 5</a:t>
            </a:r>
          </a:p>
        </p:txBody>
      </p:sp>
    </p:spTree>
    <p:extLst>
      <p:ext uri="{BB962C8B-B14F-4D97-AF65-F5344CB8AC3E}">
        <p14:creationId xmlns:p14="http://schemas.microsoft.com/office/powerpoint/2010/main" val="12903941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43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8D8986-45AC-4FB5-96E8-C45F9603EB5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Classification Accuracy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78040" y="1463040"/>
            <a:ext cx="31546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965960"/>
            <a:ext cx="310896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Reproduced on the 90-row capstone extract with the standard 80/20 split (random_state=2).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3474720"/>
            <a:ext cx="3017520" cy="155448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r>
              <a:t>• Logistic Regression: 83.33%</a:t>
            </a:r>
          </a:p>
          <a:p>
            <a:r>
              <a:t>• SVM: 83.33%</a:t>
            </a:r>
          </a:p>
          <a:p>
            <a:r>
              <a:t>• Decision Tree: 83.33%</a:t>
            </a:r>
          </a:p>
          <a:p>
            <a:r>
              <a:t>• KNN: 77.78%</a:t>
            </a:r>
          </a:p>
          <a:p/>
          <a:p>
            <a:r>
              <a:t>Decision Tree had the strongest 10-fold GridSearchCV score (~89.1%).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  <p:pic>
        <p:nvPicPr>
          <p:cNvPr id="15" name="Picture 14" descr="model_accuracy_reproduc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325880"/>
            <a:ext cx="6309360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4460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44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3106AC-60D7-46AE-8E64-7B84ABDBD09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Confusion Matrix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10" name="Picture 9" descr="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25880"/>
            <a:ext cx="4754880" cy="4297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52160" y="1417320"/>
            <a:ext cx="4572000" cy="34747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TN = 3: unsuccessful landings correctly identified.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FP = 3: failures predicted as successful landings.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FN = 0: no successful landings were missed.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TP = 12: successful landings correctly identified.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Accuracy = (3 + 12) / 18 = 83.33%.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892040"/>
            <a:ext cx="438912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1F4E79"/>
                </a:solidFill>
              </a:rPr>
              <a:t>Model-selection insight: accuracy alone hides the cost of false positives; operational deployment should also consider precision, recall and the business cost of an incorrect landing prediction.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36450342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56319-AADE-D741-AA33-1311B7CA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45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B98079A-48C6-4E10-8AB1-B940BD1E42D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Conclusions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9784080" cy="40233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Landing success improved substantially over time, especially after the early Falcon 9 flights.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KSC LC-39A has the highest site-level landing success ratio in the analyzed 90-record dataset, while CCAFS SLC 40 has the highest launch volume.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ES-L1, GEO, HEO and SSO show 100% success in this sample, while SO shows 0%; rare-orbit rates require cautious interpretation.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Payload, orbit, launch site and flight history jointly provide useful predictive information.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Four classification approaches achieved 83.33% test accuracy on the standard split; the small test set limits confidence in fine-grained model ranking.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Interactive maps and dashboards make the analysis easier to explore and communicate than static tables alone.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16301236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46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sz="2600" b="1">
                <a:solidFill>
                  <a:srgbClr val="1F4E79"/>
                </a:solidFill>
              </a:rPr>
              <a:t>Appendix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1234440"/>
            <a:ext cx="4663440" cy="411480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Feature engineering: one-hot encoding of categorical variables.</a:t>
            </a:r>
          </a:p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Landing label: Class = 1 successful first-stage landing; Class = 0 unsuccessful.</a:t>
            </a:r>
          </a:p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SQL patterns: DISTINCT, LIKE, LIMIT, SUM, AVG, MIN, GROUP BY, COUNT, subqueries.</a:t>
            </a:r>
          </a:p>
          <a:p>
            <a:pPr>
              <a:spcAft>
                <a:spcPts val="800"/>
              </a:spcAft>
              <a:defRPr sz="1300">
                <a:solidFill>
                  <a:srgbClr val="232D3C"/>
                </a:solidFill>
              </a:defRPr>
            </a:pPr>
            <a:r>
              <a:t>• Modeling: train/test split, scaling where required, GridSearchCV, confusion matrix.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280160"/>
            <a:ext cx="43891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Repository &amp; external references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828800"/>
            <a:ext cx="43891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232D3C"/>
                </a:solidFill>
              </a:rPr>
              <a:t>GitHub repository:</a:t>
            </a:r>
            <a:br/>
            <a:r>
              <a:rPr sz="1400" b="1">
                <a:solidFill>
                  <a:srgbClr val="232D3C"/>
                </a:solidFill>
              </a:rPr>
              <a:t>YOUR_REPOSITORY_URL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926080"/>
            <a:ext cx="438912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5F6973"/>
                </a:solidFill>
              </a:rPr>
              <a:t>Primary analysis source:</a:t>
            </a:r>
            <a:br/>
            <a:r>
              <a:rPr sz="1300" b="0">
                <a:solidFill>
                  <a:srgbClr val="5F6973"/>
                </a:solidFill>
              </a:rPr>
              <a:t>IBM Applied Data Science Capstone — SpaceX Falcon 9 landing dataset and course workflow.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4389120"/>
            <a:ext cx="43891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AA4628"/>
                </a:solidFill>
              </a:rPr>
              <a:t>Before submission, replace YOUR_REPOSITORY_URL with your own completed GitHub repository.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34100085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94360"/>
            <a:ext cx="98755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400" b="1">
                <a:solidFill>
                  <a:srgbClr val="1F4E79"/>
                </a:solidFill>
              </a:rPr>
              <a:t>Project References &amp; Submission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9601200" cy="338328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✓ Executive summary, introduction and methodology included.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✓ Data collection, web scraping and wrangling documented.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✓ EDA visualization and SQL results included.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✓ Folium map and Plotly Dash results included.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✓ Classification accuracy and confusion matrix included.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✓ Conclusion and innovative insights included.</a:t>
            </a:r>
          </a:p>
          <a:p>
            <a:pPr>
              <a:spcAft>
                <a:spcPts val="800"/>
              </a:spcAft>
              <a:defRPr sz="1500">
                <a:solidFill>
                  <a:srgbClr val="232D3C"/>
                </a:solidFill>
              </a:defRPr>
            </a:pPr>
            <a:r>
              <a:t>• ⚠ Replace YOUR_REPOSITORY_URL with the GitHub repository containing your completed notebooks / Python files before submission.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983480"/>
            <a:ext cx="9601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</a:rPr>
              <a:t>Final submission filename: Data Science Capstone Project Report.pdf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6080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</a:rPr>
              <a:t>SpaceX Falcon 9 Capstone</a:t>
            </a:r>
          </a:p>
        </p:txBody>
      </p:sp>
    </p:spTree>
    <p:extLst>
      <p:ext uri="{BB962C8B-B14F-4D97-AF65-F5344CB8AC3E}">
        <p14:creationId xmlns:p14="http://schemas.microsoft.com/office/powerpoint/2010/main" val="66104074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2" ma:contentTypeDescription="Create a new document." ma:contentTypeScope="" ma:versionID="5271f8e20090c87afed7729ac71f61b2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cf12c133eb44377ebd94fdb7db4757b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840426-F08D-42AC-9846-A20E4AB85A26}">
  <ds:schemaRefs>
    <ds:schemaRef ds:uri="155be751-a274-42e8-93fb-f39d3b9bccc8"/>
    <ds:schemaRef ds:uri="f80a141d-92ca-4d3d-9308-f7e7b1d44c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f80a141d-92ca-4d3d-9308-f7e7b1d44ce8"/>
    <ds:schemaRef ds:uri="http://purl.org/dc/dcmitype/"/>
    <ds:schemaRef ds:uri="http://www.w3.org/XML/1998/namespace"/>
    <ds:schemaRef ds:uri="155be751-a274-42e8-93fb-f39d3b9bccc8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</TotalTime>
  <Words>1346</Words>
  <Application>Microsoft Macintosh PowerPoint</Application>
  <PresentationFormat>Widescreen</PresentationFormat>
  <Paragraphs>234</Paragraphs>
  <Slides>47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Abadi</vt:lpstr>
      <vt:lpstr>Arial</vt:lpstr>
      <vt:lpstr>Calibri</vt:lpstr>
      <vt:lpstr>Calibri Light</vt:lpstr>
      <vt:lpstr>IBM Plex Mono SemiBold</vt:lpstr>
      <vt:lpstr>IBM Plex Mono Text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&lt;Title&gt;</dc:title>
  <dc:creator>YAN Luo</dc:creator>
  <cp:lastModifiedBy>YAN Luo</cp:lastModifiedBy>
  <cp:revision>198</cp:revision>
  <dcterms:created xsi:type="dcterms:W3CDTF">2021-04-29T18:58:34Z</dcterms:created>
  <dcterms:modified xsi:type="dcterms:W3CDTF">2022-01-27T14:48:39Z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</Properties>
</file>